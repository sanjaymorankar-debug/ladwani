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7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8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9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17"/>
  </p:notesMasterIdLst>
  <p:handoutMasterIdLst>
    <p:handoutMasterId r:id="rId18"/>
  </p:handoutMasterIdLst>
  <p:sldIdLst>
    <p:sldId id="256" r:id="rId3"/>
    <p:sldId id="274" r:id="rId4"/>
    <p:sldId id="269" r:id="rId5"/>
    <p:sldId id="272" r:id="rId6"/>
    <p:sldId id="258" r:id="rId7"/>
    <p:sldId id="273" r:id="rId8"/>
    <p:sldId id="260" r:id="rId9"/>
    <p:sldId id="259" r:id="rId10"/>
    <p:sldId id="266" r:id="rId11"/>
    <p:sldId id="261" r:id="rId12"/>
    <p:sldId id="262" r:id="rId13"/>
    <p:sldId id="275" r:id="rId14"/>
    <p:sldId id="263" r:id="rId15"/>
    <p:sldId id="265" r:id="rId16"/>
  </p:sldIdLst>
  <p:sldSz cx="9144000" cy="6858000" type="screen4x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3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" Target="../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131EA1-C75C-4395-9FB1-0E28A90690B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BC1C253-DF12-40B4-896B-92ACC2DDD36F}">
      <dgm:prSet/>
      <dgm:spPr/>
      <dgm:t>
        <a:bodyPr/>
        <a:lstStyle/>
        <a:p>
          <a:r>
            <a:rPr lang="en-US" dirty="0"/>
            <a:t>Lad </a:t>
          </a:r>
          <a:r>
            <a:rPr lang="en-US" dirty="0" err="1"/>
            <a:t>Wani</a:t>
          </a:r>
          <a:endParaRPr lang="en-US"/>
        </a:p>
      </dgm:t>
    </dgm:pt>
    <dgm:pt modelId="{F9BC2ADB-9ED8-4D5D-A7AC-0700E8BC4D5D}" type="parTrans" cxnId="{78D3470D-F11E-4073-80A6-CB911F104CB9}">
      <dgm:prSet/>
      <dgm:spPr/>
      <dgm:t>
        <a:bodyPr/>
        <a:lstStyle/>
        <a:p>
          <a:endParaRPr lang="en-US"/>
        </a:p>
      </dgm:t>
    </dgm:pt>
    <dgm:pt modelId="{199C62C7-EFDF-4509-9A39-7932CE456660}" type="sibTrans" cxnId="{78D3470D-F11E-4073-80A6-CB911F104CB9}">
      <dgm:prSet/>
      <dgm:spPr/>
      <dgm:t>
        <a:bodyPr/>
        <a:lstStyle/>
        <a:p>
          <a:endParaRPr lang="en-US"/>
        </a:p>
      </dgm:t>
    </dgm:pt>
    <dgm:pt modelId="{403C7364-5307-4F78-A883-4D9FE7D0CD1E}" type="pres">
      <dgm:prSet presAssocID="{B0131EA1-C75C-4395-9FB1-0E28A90690B5}" presName="linear" presStyleCnt="0">
        <dgm:presLayoutVars>
          <dgm:animLvl val="lvl"/>
          <dgm:resizeHandles val="exact"/>
        </dgm:presLayoutVars>
      </dgm:prSet>
      <dgm:spPr/>
    </dgm:pt>
    <dgm:pt modelId="{49601723-384D-47B3-9FF7-B889578DABEE}" type="pres">
      <dgm:prSet presAssocID="{4BC1C253-DF12-40B4-896B-92ACC2DDD36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8D3470D-F11E-4073-80A6-CB911F104CB9}" srcId="{B0131EA1-C75C-4395-9FB1-0E28A90690B5}" destId="{4BC1C253-DF12-40B4-896B-92ACC2DDD36F}" srcOrd="0" destOrd="0" parTransId="{F9BC2ADB-9ED8-4D5D-A7AC-0700E8BC4D5D}" sibTransId="{199C62C7-EFDF-4509-9A39-7932CE456660}"/>
    <dgm:cxn modelId="{0D932D29-D506-419C-B421-E5E54B6563AF}" type="presOf" srcId="{B0131EA1-C75C-4395-9FB1-0E28A90690B5}" destId="{403C7364-5307-4F78-A883-4D9FE7D0CD1E}" srcOrd="0" destOrd="0" presId="urn:microsoft.com/office/officeart/2005/8/layout/vList2"/>
    <dgm:cxn modelId="{BCBE48C2-BCD1-434B-B027-275C25E5010A}" type="presOf" srcId="{4BC1C253-DF12-40B4-896B-92ACC2DDD36F}" destId="{49601723-384D-47B3-9FF7-B889578DABEE}" srcOrd="0" destOrd="0" presId="urn:microsoft.com/office/officeart/2005/8/layout/vList2"/>
    <dgm:cxn modelId="{65AA9A3D-81C3-44B3-B284-25DC971741DB}" type="presParOf" srcId="{403C7364-5307-4F78-A883-4D9FE7D0CD1E}" destId="{49601723-384D-47B3-9FF7-B889578DABE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5618A5-AD87-4CAE-9A17-B03B51513FFF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6327C0-BDA4-44A5-ADA0-D97836D9EA27}">
      <dgm:prSet/>
      <dgm:spPr/>
      <dgm:t>
        <a:bodyPr/>
        <a:lstStyle/>
        <a:p>
          <a:r>
            <a:rPr lang="en-US" dirty="0"/>
            <a:t>A project to enable our </a:t>
          </a:r>
          <a:r>
            <a:rPr lang="en-US" dirty="0" err="1"/>
            <a:t>Samaj</a:t>
          </a:r>
          <a:r>
            <a:rPr lang="en-US" dirty="0"/>
            <a:t> for  growth</a:t>
          </a:r>
        </a:p>
      </dgm:t>
    </dgm:pt>
    <dgm:pt modelId="{59868071-CE36-43CA-BAF2-AF991B2CE8E5}" type="parTrans" cxnId="{D3E486E0-4557-4F18-9762-869644A08D96}">
      <dgm:prSet/>
      <dgm:spPr/>
      <dgm:t>
        <a:bodyPr/>
        <a:lstStyle/>
        <a:p>
          <a:endParaRPr lang="en-US"/>
        </a:p>
      </dgm:t>
    </dgm:pt>
    <dgm:pt modelId="{DCD9653B-A172-4DED-A558-4F234A5174E7}" type="sibTrans" cxnId="{D3E486E0-4557-4F18-9762-869644A08D96}">
      <dgm:prSet/>
      <dgm:spPr/>
      <dgm:t>
        <a:bodyPr/>
        <a:lstStyle/>
        <a:p>
          <a:endParaRPr lang="en-US"/>
        </a:p>
      </dgm:t>
    </dgm:pt>
    <dgm:pt modelId="{A6785A9A-2497-4820-B62C-B61A709B76E1}" type="pres">
      <dgm:prSet presAssocID="{5B5618A5-AD87-4CAE-9A17-B03B51513FF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680D99D1-326A-4CFC-9BE1-4A38CBD03E7F}" type="pres">
      <dgm:prSet presAssocID="{426327C0-BDA4-44A5-ADA0-D97836D9EA27}" presName="horFlow" presStyleCnt="0"/>
      <dgm:spPr/>
    </dgm:pt>
    <dgm:pt modelId="{82231FC9-7B40-4993-B20F-EFCDCECAC1DE}" type="pres">
      <dgm:prSet presAssocID="{426327C0-BDA4-44A5-ADA0-D97836D9EA27}" presName="bigChev" presStyleLbl="node1" presStyleIdx="0" presStyleCnt="1" custScaleX="167184"/>
      <dgm:spPr/>
    </dgm:pt>
  </dgm:ptLst>
  <dgm:cxnLst>
    <dgm:cxn modelId="{0872C63D-1C64-493D-9EC5-37838BF912C2}" type="presOf" srcId="{426327C0-BDA4-44A5-ADA0-D97836D9EA27}" destId="{82231FC9-7B40-4993-B20F-EFCDCECAC1DE}" srcOrd="0" destOrd="0" presId="urn:microsoft.com/office/officeart/2005/8/layout/lProcess3"/>
    <dgm:cxn modelId="{B642C4B8-85B4-4583-975F-73732D74B027}" type="presOf" srcId="{5B5618A5-AD87-4CAE-9A17-B03B51513FFF}" destId="{A6785A9A-2497-4820-B62C-B61A709B76E1}" srcOrd="0" destOrd="0" presId="urn:microsoft.com/office/officeart/2005/8/layout/lProcess3"/>
    <dgm:cxn modelId="{D3E486E0-4557-4F18-9762-869644A08D96}" srcId="{5B5618A5-AD87-4CAE-9A17-B03B51513FFF}" destId="{426327C0-BDA4-44A5-ADA0-D97836D9EA27}" srcOrd="0" destOrd="0" parTransId="{59868071-CE36-43CA-BAF2-AF991B2CE8E5}" sibTransId="{DCD9653B-A172-4DED-A558-4F234A5174E7}"/>
    <dgm:cxn modelId="{6919A0ED-E60D-4DE8-8932-34670A5A3182}" type="presParOf" srcId="{A6785A9A-2497-4820-B62C-B61A709B76E1}" destId="{680D99D1-326A-4CFC-9BE1-4A38CBD03E7F}" srcOrd="0" destOrd="0" presId="urn:microsoft.com/office/officeart/2005/8/layout/lProcess3"/>
    <dgm:cxn modelId="{ADC91803-D73B-48BA-A6D9-38E49EDC7268}" type="presParOf" srcId="{680D99D1-326A-4CFC-9BE1-4A38CBD03E7F}" destId="{82231FC9-7B40-4993-B20F-EFCDCECAC1DE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630D11-2EE7-4F7D-9590-36351680989D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B50274-E42D-4232-B83D-6AAA9B7C76FC}">
      <dgm:prSet/>
      <dgm:spPr/>
      <dgm:t>
        <a:bodyPr/>
        <a:lstStyle/>
        <a:p>
          <a:r>
            <a:rPr lang="en-US" dirty="0"/>
            <a:t>Current Status 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5AEE8E0F-11F9-4F9D-B7DB-58660C0BA4AA}" type="parTrans" cxnId="{A4213C7A-2ACB-498A-9767-72236C99C29E}">
      <dgm:prSet/>
      <dgm:spPr/>
      <dgm:t>
        <a:bodyPr/>
        <a:lstStyle/>
        <a:p>
          <a:endParaRPr lang="en-US"/>
        </a:p>
      </dgm:t>
    </dgm:pt>
    <dgm:pt modelId="{CC864770-5DF9-4030-BB2A-B6B683607C84}" type="sibTrans" cxnId="{A4213C7A-2ACB-498A-9767-72236C99C29E}">
      <dgm:prSet/>
      <dgm:spPr/>
      <dgm:t>
        <a:bodyPr/>
        <a:lstStyle/>
        <a:p>
          <a:endParaRPr lang="en-US"/>
        </a:p>
      </dgm:t>
    </dgm:pt>
    <dgm:pt modelId="{6BDFCFD8-6E9A-4A8D-98EF-CA3B1AB0607C}">
      <dgm:prSet/>
      <dgm:spPr/>
      <dgm:t>
        <a:bodyPr/>
        <a:lstStyle/>
        <a:p>
          <a:r>
            <a:rPr lang="en-US" dirty="0"/>
            <a:t>What is required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B2C3C0DA-01CD-4D7D-81E2-A77BA3E4C705}" type="parTrans" cxnId="{2BF2017E-2B96-42E7-A269-07351E8C4F2C}">
      <dgm:prSet/>
      <dgm:spPr/>
      <dgm:t>
        <a:bodyPr/>
        <a:lstStyle/>
        <a:p>
          <a:endParaRPr lang="en-US"/>
        </a:p>
      </dgm:t>
    </dgm:pt>
    <dgm:pt modelId="{4169ED95-506B-4CEA-91DF-E78F8D680DBC}" type="sibTrans" cxnId="{2BF2017E-2B96-42E7-A269-07351E8C4F2C}">
      <dgm:prSet/>
      <dgm:spPr/>
      <dgm:t>
        <a:bodyPr/>
        <a:lstStyle/>
        <a:p>
          <a:endParaRPr lang="en-US"/>
        </a:p>
      </dgm:t>
    </dgm:pt>
    <dgm:pt modelId="{6FC05ECC-2DBE-412B-BC43-9FCC25A32047}">
      <dgm:prSet/>
      <dgm:spPr/>
      <dgm:t>
        <a:bodyPr/>
        <a:lstStyle/>
        <a:p>
          <a:r>
            <a:rPr lang="en-US" dirty="0"/>
            <a:t>Benefits of this</a:t>
          </a:r>
        </a:p>
      </dgm:t>
    </dgm:pt>
    <dgm:pt modelId="{329ABB73-AAB5-4769-9E1C-09222A94FBBC}" type="parTrans" cxnId="{982DA43F-C87C-4610-9146-077AC66187E2}">
      <dgm:prSet/>
      <dgm:spPr/>
      <dgm:t>
        <a:bodyPr/>
        <a:lstStyle/>
        <a:p>
          <a:endParaRPr lang="en-US"/>
        </a:p>
      </dgm:t>
    </dgm:pt>
    <dgm:pt modelId="{558803AE-1B64-4253-80FD-83D0E935317E}" type="sibTrans" cxnId="{982DA43F-C87C-4610-9146-077AC66187E2}">
      <dgm:prSet/>
      <dgm:spPr/>
      <dgm:t>
        <a:bodyPr/>
        <a:lstStyle/>
        <a:p>
          <a:endParaRPr lang="en-US"/>
        </a:p>
      </dgm:t>
    </dgm:pt>
    <dgm:pt modelId="{65BFBB56-C3DF-47C1-BEFD-09849D227641}">
      <dgm:prSet/>
      <dgm:spPr/>
      <dgm:t>
        <a:bodyPr/>
        <a:lstStyle/>
        <a:p>
          <a:r>
            <a:rPr lang="en-US" dirty="0"/>
            <a:t>How to do this? </a:t>
          </a:r>
        </a:p>
      </dgm:t>
    </dgm:pt>
    <dgm:pt modelId="{A8F67FF4-74B9-4697-9505-9A6FD541E16B}" type="parTrans" cxnId="{09156552-598B-4AFD-94F7-A7FCEFDBF83E}">
      <dgm:prSet/>
      <dgm:spPr/>
      <dgm:t>
        <a:bodyPr/>
        <a:lstStyle/>
        <a:p>
          <a:endParaRPr lang="en-US"/>
        </a:p>
      </dgm:t>
    </dgm:pt>
    <dgm:pt modelId="{0A48997A-2737-490B-8968-A2B745FF4940}" type="sibTrans" cxnId="{09156552-598B-4AFD-94F7-A7FCEFDBF83E}">
      <dgm:prSet/>
      <dgm:spPr/>
      <dgm:t>
        <a:bodyPr/>
        <a:lstStyle/>
        <a:p>
          <a:endParaRPr lang="en-US"/>
        </a:p>
      </dgm:t>
    </dgm:pt>
    <dgm:pt modelId="{28FD4E8E-53C1-4412-9266-41A465824752}">
      <dgm:prSet/>
      <dgm:spPr/>
      <dgm:t>
        <a:bodyPr/>
        <a:lstStyle/>
        <a:p>
          <a:r>
            <a:rPr lang="en-US" dirty="0"/>
            <a:t>How we will raise funds </a:t>
          </a:r>
        </a:p>
      </dgm:t>
    </dgm:pt>
    <dgm:pt modelId="{C5E78A03-BDEB-4F13-8BCE-C156EF4655BD}" type="parTrans" cxnId="{645932B3-8B0A-4088-B95F-A4E8AA94C0F5}">
      <dgm:prSet/>
      <dgm:spPr/>
      <dgm:t>
        <a:bodyPr/>
        <a:lstStyle/>
        <a:p>
          <a:endParaRPr lang="en-US"/>
        </a:p>
      </dgm:t>
    </dgm:pt>
    <dgm:pt modelId="{C1620FA6-617A-4AEB-973F-254D7AED940E}" type="sibTrans" cxnId="{645932B3-8B0A-4088-B95F-A4E8AA94C0F5}">
      <dgm:prSet/>
      <dgm:spPr/>
      <dgm:t>
        <a:bodyPr/>
        <a:lstStyle/>
        <a:p>
          <a:endParaRPr lang="en-US"/>
        </a:p>
      </dgm:t>
    </dgm:pt>
    <dgm:pt modelId="{933BBD89-6FE5-47E0-A28A-C3135BF3D9B6}" type="pres">
      <dgm:prSet presAssocID="{C0630D11-2EE7-4F7D-9590-36351680989D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FD666DED-CC69-4E7C-B333-3A786A047504}" type="pres">
      <dgm:prSet presAssocID="{95B50274-E42D-4232-B83D-6AAA9B7C76FC}" presName="horFlow" presStyleCnt="0"/>
      <dgm:spPr/>
    </dgm:pt>
    <dgm:pt modelId="{2F16B211-5019-4BEA-8023-120E7205BE04}" type="pres">
      <dgm:prSet presAssocID="{95B50274-E42D-4232-B83D-6AAA9B7C76FC}" presName="bigChev" presStyleLbl="node1" presStyleIdx="0" presStyleCnt="5" custScaleX="241890"/>
      <dgm:spPr/>
    </dgm:pt>
    <dgm:pt modelId="{A7397792-2378-4A0F-A552-5602A576195D}" type="pres">
      <dgm:prSet presAssocID="{95B50274-E42D-4232-B83D-6AAA9B7C76FC}" presName="vSp" presStyleCnt="0"/>
      <dgm:spPr/>
    </dgm:pt>
    <dgm:pt modelId="{285B8EE9-31C0-492E-8884-5582C2DE7107}" type="pres">
      <dgm:prSet presAssocID="{6BDFCFD8-6E9A-4A8D-98EF-CA3B1AB0607C}" presName="horFlow" presStyleCnt="0"/>
      <dgm:spPr/>
    </dgm:pt>
    <dgm:pt modelId="{63D1E4F7-AF0A-4C65-8820-A8F2232E5B3E}" type="pres">
      <dgm:prSet presAssocID="{6BDFCFD8-6E9A-4A8D-98EF-CA3B1AB0607C}" presName="bigChev" presStyleLbl="node1" presStyleIdx="1" presStyleCnt="5" custScaleX="241890"/>
      <dgm:spPr/>
    </dgm:pt>
    <dgm:pt modelId="{D00BB3D1-C040-4C4F-AE18-43135ED28FA6}" type="pres">
      <dgm:prSet presAssocID="{6BDFCFD8-6E9A-4A8D-98EF-CA3B1AB0607C}" presName="vSp" presStyleCnt="0"/>
      <dgm:spPr/>
    </dgm:pt>
    <dgm:pt modelId="{7FB1CD4C-171A-46A5-819F-00DAC5CEBA84}" type="pres">
      <dgm:prSet presAssocID="{6FC05ECC-2DBE-412B-BC43-9FCC25A32047}" presName="horFlow" presStyleCnt="0"/>
      <dgm:spPr/>
    </dgm:pt>
    <dgm:pt modelId="{9E42519C-892F-4D96-983E-C68B0B2D3C91}" type="pres">
      <dgm:prSet presAssocID="{6FC05ECC-2DBE-412B-BC43-9FCC25A32047}" presName="bigChev" presStyleLbl="node1" presStyleIdx="2" presStyleCnt="5" custScaleX="241890"/>
      <dgm:spPr/>
    </dgm:pt>
    <dgm:pt modelId="{AB8E3543-B790-494E-A371-7424368423B3}" type="pres">
      <dgm:prSet presAssocID="{6FC05ECC-2DBE-412B-BC43-9FCC25A32047}" presName="vSp" presStyleCnt="0"/>
      <dgm:spPr/>
    </dgm:pt>
    <dgm:pt modelId="{1AC7F530-9CB8-46BA-ADDC-F3749C8336FB}" type="pres">
      <dgm:prSet presAssocID="{65BFBB56-C3DF-47C1-BEFD-09849D227641}" presName="horFlow" presStyleCnt="0"/>
      <dgm:spPr/>
    </dgm:pt>
    <dgm:pt modelId="{E918D96E-D27F-46A2-9495-39CCA79DE5FD}" type="pres">
      <dgm:prSet presAssocID="{65BFBB56-C3DF-47C1-BEFD-09849D227641}" presName="bigChev" presStyleLbl="node1" presStyleIdx="3" presStyleCnt="5" custScaleX="241890"/>
      <dgm:spPr/>
    </dgm:pt>
    <dgm:pt modelId="{51406A59-A095-4D71-A7AA-1608A7807446}" type="pres">
      <dgm:prSet presAssocID="{65BFBB56-C3DF-47C1-BEFD-09849D227641}" presName="vSp" presStyleCnt="0"/>
      <dgm:spPr/>
    </dgm:pt>
    <dgm:pt modelId="{7C506C31-C8B8-4DD6-A17E-7C3F875CEBED}" type="pres">
      <dgm:prSet presAssocID="{28FD4E8E-53C1-4412-9266-41A465824752}" presName="horFlow" presStyleCnt="0"/>
      <dgm:spPr/>
    </dgm:pt>
    <dgm:pt modelId="{02733346-ACDE-46FD-96C2-773138D8EB66}" type="pres">
      <dgm:prSet presAssocID="{28FD4E8E-53C1-4412-9266-41A465824752}" presName="bigChev" presStyleLbl="node1" presStyleIdx="4" presStyleCnt="5" custScaleX="241890"/>
      <dgm:spPr/>
    </dgm:pt>
  </dgm:ptLst>
  <dgm:cxnLst>
    <dgm:cxn modelId="{9BF42216-BCB9-4FC9-B1E5-63FC31485711}" type="presOf" srcId="{65BFBB56-C3DF-47C1-BEFD-09849D227641}" destId="{E918D96E-D27F-46A2-9495-39CCA79DE5FD}" srcOrd="0" destOrd="0" presId="urn:microsoft.com/office/officeart/2005/8/layout/lProcess3"/>
    <dgm:cxn modelId="{62223A36-A82C-437C-B7CE-3EA00D6E0831}" type="presOf" srcId="{C0630D11-2EE7-4F7D-9590-36351680989D}" destId="{933BBD89-6FE5-47E0-A28A-C3135BF3D9B6}" srcOrd="0" destOrd="0" presId="urn:microsoft.com/office/officeart/2005/8/layout/lProcess3"/>
    <dgm:cxn modelId="{982DA43F-C87C-4610-9146-077AC66187E2}" srcId="{C0630D11-2EE7-4F7D-9590-36351680989D}" destId="{6FC05ECC-2DBE-412B-BC43-9FCC25A32047}" srcOrd="2" destOrd="0" parTransId="{329ABB73-AAB5-4769-9E1C-09222A94FBBC}" sibTransId="{558803AE-1B64-4253-80FD-83D0E935317E}"/>
    <dgm:cxn modelId="{2A91606B-4CB9-4529-95CE-F41BFAA5F801}" type="presOf" srcId="{6FC05ECC-2DBE-412B-BC43-9FCC25A32047}" destId="{9E42519C-892F-4D96-983E-C68B0B2D3C91}" srcOrd="0" destOrd="0" presId="urn:microsoft.com/office/officeart/2005/8/layout/lProcess3"/>
    <dgm:cxn modelId="{BC62086E-6628-4745-A239-51C4F210D242}" type="presOf" srcId="{95B50274-E42D-4232-B83D-6AAA9B7C76FC}" destId="{2F16B211-5019-4BEA-8023-120E7205BE04}" srcOrd="0" destOrd="0" presId="urn:microsoft.com/office/officeart/2005/8/layout/lProcess3"/>
    <dgm:cxn modelId="{09156552-598B-4AFD-94F7-A7FCEFDBF83E}" srcId="{C0630D11-2EE7-4F7D-9590-36351680989D}" destId="{65BFBB56-C3DF-47C1-BEFD-09849D227641}" srcOrd="3" destOrd="0" parTransId="{A8F67FF4-74B9-4697-9505-9A6FD541E16B}" sibTransId="{0A48997A-2737-490B-8968-A2B745FF4940}"/>
    <dgm:cxn modelId="{A4213C7A-2ACB-498A-9767-72236C99C29E}" srcId="{C0630D11-2EE7-4F7D-9590-36351680989D}" destId="{95B50274-E42D-4232-B83D-6AAA9B7C76FC}" srcOrd="0" destOrd="0" parTransId="{5AEE8E0F-11F9-4F9D-B7DB-58660C0BA4AA}" sibTransId="{CC864770-5DF9-4030-BB2A-B6B683607C84}"/>
    <dgm:cxn modelId="{DB56817B-43B0-4FD6-9321-96C14FE81993}" type="presOf" srcId="{28FD4E8E-53C1-4412-9266-41A465824752}" destId="{02733346-ACDE-46FD-96C2-773138D8EB66}" srcOrd="0" destOrd="0" presId="urn:microsoft.com/office/officeart/2005/8/layout/lProcess3"/>
    <dgm:cxn modelId="{2BF2017E-2B96-42E7-A269-07351E8C4F2C}" srcId="{C0630D11-2EE7-4F7D-9590-36351680989D}" destId="{6BDFCFD8-6E9A-4A8D-98EF-CA3B1AB0607C}" srcOrd="1" destOrd="0" parTransId="{B2C3C0DA-01CD-4D7D-81E2-A77BA3E4C705}" sibTransId="{4169ED95-506B-4CEA-91DF-E78F8D680DBC}"/>
    <dgm:cxn modelId="{E2E27780-0566-4F42-B5D0-A19984B5AA5D}" type="presOf" srcId="{6BDFCFD8-6E9A-4A8D-98EF-CA3B1AB0607C}" destId="{63D1E4F7-AF0A-4C65-8820-A8F2232E5B3E}" srcOrd="0" destOrd="0" presId="urn:microsoft.com/office/officeart/2005/8/layout/lProcess3"/>
    <dgm:cxn modelId="{645932B3-8B0A-4088-B95F-A4E8AA94C0F5}" srcId="{C0630D11-2EE7-4F7D-9590-36351680989D}" destId="{28FD4E8E-53C1-4412-9266-41A465824752}" srcOrd="4" destOrd="0" parTransId="{C5E78A03-BDEB-4F13-8BCE-C156EF4655BD}" sibTransId="{C1620FA6-617A-4AEB-973F-254D7AED940E}"/>
    <dgm:cxn modelId="{271C8C18-85B8-4509-8C45-8D813E92B53B}" type="presParOf" srcId="{933BBD89-6FE5-47E0-A28A-C3135BF3D9B6}" destId="{FD666DED-CC69-4E7C-B333-3A786A047504}" srcOrd="0" destOrd="0" presId="urn:microsoft.com/office/officeart/2005/8/layout/lProcess3"/>
    <dgm:cxn modelId="{91A82DAA-2486-4BBA-9615-7AE0F5CF8488}" type="presParOf" srcId="{FD666DED-CC69-4E7C-B333-3A786A047504}" destId="{2F16B211-5019-4BEA-8023-120E7205BE04}" srcOrd="0" destOrd="0" presId="urn:microsoft.com/office/officeart/2005/8/layout/lProcess3"/>
    <dgm:cxn modelId="{7244DF7C-C6AF-4AC7-83CA-E8F0F9CD711E}" type="presParOf" srcId="{933BBD89-6FE5-47E0-A28A-C3135BF3D9B6}" destId="{A7397792-2378-4A0F-A552-5602A576195D}" srcOrd="1" destOrd="0" presId="urn:microsoft.com/office/officeart/2005/8/layout/lProcess3"/>
    <dgm:cxn modelId="{C3466834-5322-47E4-B4CE-CEBEBFD7215F}" type="presParOf" srcId="{933BBD89-6FE5-47E0-A28A-C3135BF3D9B6}" destId="{285B8EE9-31C0-492E-8884-5582C2DE7107}" srcOrd="2" destOrd="0" presId="urn:microsoft.com/office/officeart/2005/8/layout/lProcess3"/>
    <dgm:cxn modelId="{DE447A62-2614-41DF-932E-656A24157EB1}" type="presParOf" srcId="{285B8EE9-31C0-492E-8884-5582C2DE7107}" destId="{63D1E4F7-AF0A-4C65-8820-A8F2232E5B3E}" srcOrd="0" destOrd="0" presId="urn:microsoft.com/office/officeart/2005/8/layout/lProcess3"/>
    <dgm:cxn modelId="{71F3C603-F661-4597-BA49-36D52022AA69}" type="presParOf" srcId="{933BBD89-6FE5-47E0-A28A-C3135BF3D9B6}" destId="{D00BB3D1-C040-4C4F-AE18-43135ED28FA6}" srcOrd="3" destOrd="0" presId="urn:microsoft.com/office/officeart/2005/8/layout/lProcess3"/>
    <dgm:cxn modelId="{F2091D23-B9AA-4F5F-A86A-E5E0C2B18533}" type="presParOf" srcId="{933BBD89-6FE5-47E0-A28A-C3135BF3D9B6}" destId="{7FB1CD4C-171A-46A5-819F-00DAC5CEBA84}" srcOrd="4" destOrd="0" presId="urn:microsoft.com/office/officeart/2005/8/layout/lProcess3"/>
    <dgm:cxn modelId="{BBB1FD18-107C-49D5-9690-C6F3B01824EA}" type="presParOf" srcId="{7FB1CD4C-171A-46A5-819F-00DAC5CEBA84}" destId="{9E42519C-892F-4D96-983E-C68B0B2D3C91}" srcOrd="0" destOrd="0" presId="urn:microsoft.com/office/officeart/2005/8/layout/lProcess3"/>
    <dgm:cxn modelId="{086C20C4-0755-420A-B18B-009C07E34074}" type="presParOf" srcId="{933BBD89-6FE5-47E0-A28A-C3135BF3D9B6}" destId="{AB8E3543-B790-494E-A371-7424368423B3}" srcOrd="5" destOrd="0" presId="urn:microsoft.com/office/officeart/2005/8/layout/lProcess3"/>
    <dgm:cxn modelId="{09F335AB-9ABC-43FF-8E49-EBA47DFD2A9A}" type="presParOf" srcId="{933BBD89-6FE5-47E0-A28A-C3135BF3D9B6}" destId="{1AC7F530-9CB8-46BA-ADDC-F3749C8336FB}" srcOrd="6" destOrd="0" presId="urn:microsoft.com/office/officeart/2005/8/layout/lProcess3"/>
    <dgm:cxn modelId="{BF9D8FA9-F605-449A-A838-12022B094A84}" type="presParOf" srcId="{1AC7F530-9CB8-46BA-ADDC-F3749C8336FB}" destId="{E918D96E-D27F-46A2-9495-39CCA79DE5FD}" srcOrd="0" destOrd="0" presId="urn:microsoft.com/office/officeart/2005/8/layout/lProcess3"/>
    <dgm:cxn modelId="{A71966BB-08A3-4B71-98EA-0A0223470409}" type="presParOf" srcId="{933BBD89-6FE5-47E0-A28A-C3135BF3D9B6}" destId="{51406A59-A095-4D71-A7AA-1608A7807446}" srcOrd="7" destOrd="0" presId="urn:microsoft.com/office/officeart/2005/8/layout/lProcess3"/>
    <dgm:cxn modelId="{73B4BC09-A882-4DA7-B0F0-FC30E0A2E1BA}" type="presParOf" srcId="{933BBD89-6FE5-47E0-A28A-C3135BF3D9B6}" destId="{7C506C31-C8B8-4DD6-A17E-7C3F875CEBED}" srcOrd="8" destOrd="0" presId="urn:microsoft.com/office/officeart/2005/8/layout/lProcess3"/>
    <dgm:cxn modelId="{18F930B8-4A50-4BC8-9386-437158C3F0CF}" type="presParOf" srcId="{7C506C31-C8B8-4DD6-A17E-7C3F875CEBED}" destId="{02733346-ACDE-46FD-96C2-773138D8EB66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DE8100-6167-40A3-A8A7-E4AEEB0F5133}" type="doc">
      <dgm:prSet loTypeId="urn:microsoft.com/office/officeart/2005/8/layout/pyramid2" loCatId="pyramid" qsTypeId="urn:microsoft.com/office/officeart/2005/8/quickstyle/3d4" qsCatId="3D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4750CFC6-D33B-437E-B406-BF1A9BC702C4}">
      <dgm:prSet/>
      <dgm:spPr/>
      <dgm:t>
        <a:bodyPr/>
        <a:lstStyle/>
        <a:p>
          <a:r>
            <a:rPr lang="en-US" dirty="0"/>
            <a:t>Do we have any road map for our cumulative growth?</a:t>
          </a:r>
        </a:p>
      </dgm:t>
    </dgm:pt>
    <dgm:pt modelId="{1CB9A3DC-8E48-442F-A127-06DABC49F5FB}" type="parTrans" cxnId="{47214BEA-71A7-40B1-8850-156D6F7A627D}">
      <dgm:prSet/>
      <dgm:spPr/>
      <dgm:t>
        <a:bodyPr/>
        <a:lstStyle/>
        <a:p>
          <a:endParaRPr lang="en-US"/>
        </a:p>
      </dgm:t>
    </dgm:pt>
    <dgm:pt modelId="{6CB86B31-E6B1-4D8D-8B28-204308136182}" type="sibTrans" cxnId="{47214BEA-71A7-40B1-8850-156D6F7A627D}">
      <dgm:prSet/>
      <dgm:spPr/>
      <dgm:t>
        <a:bodyPr/>
        <a:lstStyle/>
        <a:p>
          <a:endParaRPr lang="en-US"/>
        </a:p>
      </dgm:t>
    </dgm:pt>
    <dgm:pt modelId="{7C7506B3-584E-4375-A5C4-5B4FECB97886}">
      <dgm:prSet/>
      <dgm:spPr/>
      <dgm:t>
        <a:bodyPr/>
        <a:lstStyle/>
        <a:p>
          <a:r>
            <a:rPr lang="en-US" dirty="0"/>
            <a:t>If we come together we curse each other and our Samaj</a:t>
          </a:r>
        </a:p>
      </dgm:t>
    </dgm:pt>
    <dgm:pt modelId="{F3718681-224B-4B2D-AD41-021CACB0A4FD}" type="parTrans" cxnId="{8CB5772E-3D67-4963-BE1E-AF74051B47C3}">
      <dgm:prSet/>
      <dgm:spPr/>
      <dgm:t>
        <a:bodyPr/>
        <a:lstStyle/>
        <a:p>
          <a:endParaRPr lang="en-US"/>
        </a:p>
      </dgm:t>
    </dgm:pt>
    <dgm:pt modelId="{36122633-2F52-4C7D-B93B-01C6A4DFBE45}" type="sibTrans" cxnId="{8CB5772E-3D67-4963-BE1E-AF74051B47C3}">
      <dgm:prSet/>
      <dgm:spPr/>
      <dgm:t>
        <a:bodyPr/>
        <a:lstStyle/>
        <a:p>
          <a:endParaRPr lang="en-US"/>
        </a:p>
      </dgm:t>
    </dgm:pt>
    <dgm:pt modelId="{78E06018-56B0-4363-BAE1-88BA677EC6A7}" type="pres">
      <dgm:prSet presAssocID="{72DE8100-6167-40A3-A8A7-E4AEEB0F5133}" presName="compositeShape" presStyleCnt="0">
        <dgm:presLayoutVars>
          <dgm:dir/>
          <dgm:resizeHandles/>
        </dgm:presLayoutVars>
      </dgm:prSet>
      <dgm:spPr/>
    </dgm:pt>
    <dgm:pt modelId="{8F993F59-9A1A-4114-A383-8C0D0B40550A}" type="pres">
      <dgm:prSet presAssocID="{72DE8100-6167-40A3-A8A7-E4AEEB0F5133}" presName="pyramid" presStyleLbl="node1" presStyleIdx="0" presStyleCnt="1"/>
      <dgm:spPr/>
    </dgm:pt>
    <dgm:pt modelId="{FAF91CBC-3FD7-48AA-93C6-F8BF0BD76964}" type="pres">
      <dgm:prSet presAssocID="{72DE8100-6167-40A3-A8A7-E4AEEB0F5133}" presName="theList" presStyleCnt="0"/>
      <dgm:spPr/>
    </dgm:pt>
    <dgm:pt modelId="{ACC0DBAD-5B8A-4733-AAF7-CACF470C0353}" type="pres">
      <dgm:prSet presAssocID="{4750CFC6-D33B-437E-B406-BF1A9BC702C4}" presName="aNode" presStyleLbl="fgAcc1" presStyleIdx="0" presStyleCnt="2">
        <dgm:presLayoutVars>
          <dgm:bulletEnabled val="1"/>
        </dgm:presLayoutVars>
      </dgm:prSet>
      <dgm:spPr/>
    </dgm:pt>
    <dgm:pt modelId="{6BA2BFAF-6144-47C8-8D40-F22EDCF8013B}" type="pres">
      <dgm:prSet presAssocID="{4750CFC6-D33B-437E-B406-BF1A9BC702C4}" presName="aSpace" presStyleCnt="0"/>
      <dgm:spPr/>
    </dgm:pt>
    <dgm:pt modelId="{139084A1-0F97-4AE4-9807-1CDC0AB7931C}" type="pres">
      <dgm:prSet presAssocID="{7C7506B3-584E-4375-A5C4-5B4FECB97886}" presName="aNode" presStyleLbl="fgAcc1" presStyleIdx="1" presStyleCnt="2">
        <dgm:presLayoutVars>
          <dgm:bulletEnabled val="1"/>
        </dgm:presLayoutVars>
      </dgm:prSet>
      <dgm:spPr/>
    </dgm:pt>
    <dgm:pt modelId="{E0674A71-C845-4F4D-BB79-82AED674360B}" type="pres">
      <dgm:prSet presAssocID="{7C7506B3-584E-4375-A5C4-5B4FECB97886}" presName="aSpace" presStyleCnt="0"/>
      <dgm:spPr/>
    </dgm:pt>
  </dgm:ptLst>
  <dgm:cxnLst>
    <dgm:cxn modelId="{8CB5772E-3D67-4963-BE1E-AF74051B47C3}" srcId="{72DE8100-6167-40A3-A8A7-E4AEEB0F5133}" destId="{7C7506B3-584E-4375-A5C4-5B4FECB97886}" srcOrd="1" destOrd="0" parTransId="{F3718681-224B-4B2D-AD41-021CACB0A4FD}" sibTransId="{36122633-2F52-4C7D-B93B-01C6A4DFBE45}"/>
    <dgm:cxn modelId="{DCEF443E-71F9-4221-B7E9-E68983094631}" type="presOf" srcId="{4750CFC6-D33B-437E-B406-BF1A9BC702C4}" destId="{ACC0DBAD-5B8A-4733-AAF7-CACF470C0353}" srcOrd="0" destOrd="0" presId="urn:microsoft.com/office/officeart/2005/8/layout/pyramid2"/>
    <dgm:cxn modelId="{0F58C37C-406F-40D0-A523-CF89EAF2F190}" type="presOf" srcId="{7C7506B3-584E-4375-A5C4-5B4FECB97886}" destId="{139084A1-0F97-4AE4-9807-1CDC0AB7931C}" srcOrd="0" destOrd="0" presId="urn:microsoft.com/office/officeart/2005/8/layout/pyramid2"/>
    <dgm:cxn modelId="{4DE9E288-DC47-4093-8DD3-21AB7DC5603A}" type="presOf" srcId="{72DE8100-6167-40A3-A8A7-E4AEEB0F5133}" destId="{78E06018-56B0-4363-BAE1-88BA677EC6A7}" srcOrd="0" destOrd="0" presId="urn:microsoft.com/office/officeart/2005/8/layout/pyramid2"/>
    <dgm:cxn modelId="{47214BEA-71A7-40B1-8850-156D6F7A627D}" srcId="{72DE8100-6167-40A3-A8A7-E4AEEB0F5133}" destId="{4750CFC6-D33B-437E-B406-BF1A9BC702C4}" srcOrd="0" destOrd="0" parTransId="{1CB9A3DC-8E48-442F-A127-06DABC49F5FB}" sibTransId="{6CB86B31-E6B1-4D8D-8B28-204308136182}"/>
    <dgm:cxn modelId="{A14FB610-0596-4E55-AC8D-A908F0DA7024}" type="presParOf" srcId="{78E06018-56B0-4363-BAE1-88BA677EC6A7}" destId="{8F993F59-9A1A-4114-A383-8C0D0B40550A}" srcOrd="0" destOrd="0" presId="urn:microsoft.com/office/officeart/2005/8/layout/pyramid2"/>
    <dgm:cxn modelId="{C971404F-3C19-45B5-8FB0-EBC39E46F7A8}" type="presParOf" srcId="{78E06018-56B0-4363-BAE1-88BA677EC6A7}" destId="{FAF91CBC-3FD7-48AA-93C6-F8BF0BD76964}" srcOrd="1" destOrd="0" presId="urn:microsoft.com/office/officeart/2005/8/layout/pyramid2"/>
    <dgm:cxn modelId="{B70C810E-4B71-4FB3-BC46-5DC36497D49C}" type="presParOf" srcId="{FAF91CBC-3FD7-48AA-93C6-F8BF0BD76964}" destId="{ACC0DBAD-5B8A-4733-AAF7-CACF470C0353}" srcOrd="0" destOrd="0" presId="urn:microsoft.com/office/officeart/2005/8/layout/pyramid2"/>
    <dgm:cxn modelId="{8F78187A-C30A-4420-AA19-7B64841C3114}" type="presParOf" srcId="{FAF91CBC-3FD7-48AA-93C6-F8BF0BD76964}" destId="{6BA2BFAF-6144-47C8-8D40-F22EDCF8013B}" srcOrd="1" destOrd="0" presId="urn:microsoft.com/office/officeart/2005/8/layout/pyramid2"/>
    <dgm:cxn modelId="{DDB3735C-1114-42AC-9017-4C587EC43711}" type="presParOf" srcId="{FAF91CBC-3FD7-48AA-93C6-F8BF0BD76964}" destId="{139084A1-0F97-4AE4-9807-1CDC0AB7931C}" srcOrd="2" destOrd="0" presId="urn:microsoft.com/office/officeart/2005/8/layout/pyramid2"/>
    <dgm:cxn modelId="{9CD6DD72-6B25-48F6-A022-AB639F83308F}" type="presParOf" srcId="{FAF91CBC-3FD7-48AA-93C6-F8BF0BD76964}" destId="{E0674A71-C845-4F4D-BB79-82AED674360B}" srcOrd="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9D15E5C-0B68-4AE3-91A1-9A3E8F236BC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C29D4F-7BB7-4121-A07D-E63DF1C2A08F}">
      <dgm:prSet/>
      <dgm:spPr/>
      <dgm:t>
        <a:bodyPr/>
        <a:lstStyle/>
        <a:p>
          <a:pPr rtl="0"/>
          <a:r>
            <a:rPr lang="en-US" b="0" i="0" baseline="0" dirty="0" err="1"/>
            <a:t>Ekatra</a:t>
          </a:r>
          <a:r>
            <a:rPr lang="en-US" b="0" i="0" baseline="0" dirty="0"/>
            <a:t> </a:t>
          </a:r>
          <a:r>
            <a:rPr lang="en-US" b="0" i="0" baseline="0" dirty="0" err="1"/>
            <a:t>ya</a:t>
          </a:r>
          <a:r>
            <a:rPr lang="en-US" b="0" i="0" baseline="0" dirty="0"/>
            <a:t>…. </a:t>
          </a:r>
          <a:endParaRPr lang="en-US" dirty="0"/>
        </a:p>
      </dgm:t>
    </dgm:pt>
    <dgm:pt modelId="{E121DDB5-87D8-45AF-B0BA-1A26B6361076}" type="parTrans" cxnId="{5C5CF58B-77FD-4A87-994B-A70EC1C814F6}">
      <dgm:prSet/>
      <dgm:spPr/>
      <dgm:t>
        <a:bodyPr/>
        <a:lstStyle/>
        <a:p>
          <a:endParaRPr lang="en-US"/>
        </a:p>
      </dgm:t>
    </dgm:pt>
    <dgm:pt modelId="{00F71A91-21BF-4EA4-A91C-DE0018AA8CD0}" type="sibTrans" cxnId="{5C5CF58B-77FD-4A87-994B-A70EC1C814F6}">
      <dgm:prSet/>
      <dgm:spPr/>
      <dgm:t>
        <a:bodyPr/>
        <a:lstStyle/>
        <a:p>
          <a:endParaRPr lang="en-US"/>
        </a:p>
      </dgm:t>
    </dgm:pt>
    <dgm:pt modelId="{17A7C822-D8C0-4A75-ADAF-103E2FDDD8D8}" type="pres">
      <dgm:prSet presAssocID="{E9D15E5C-0B68-4AE3-91A1-9A3E8F236BC3}" presName="linear" presStyleCnt="0">
        <dgm:presLayoutVars>
          <dgm:animLvl val="lvl"/>
          <dgm:resizeHandles val="exact"/>
        </dgm:presLayoutVars>
      </dgm:prSet>
      <dgm:spPr/>
    </dgm:pt>
    <dgm:pt modelId="{9557D66C-5DC2-4363-A40E-81B2F3B1AEA4}" type="pres">
      <dgm:prSet presAssocID="{A2C29D4F-7BB7-4121-A07D-E63DF1C2A08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48E5468-EA53-41D7-9400-BCA27F35A377}" type="presOf" srcId="{E9D15E5C-0B68-4AE3-91A1-9A3E8F236BC3}" destId="{17A7C822-D8C0-4A75-ADAF-103E2FDDD8D8}" srcOrd="0" destOrd="0" presId="urn:microsoft.com/office/officeart/2005/8/layout/vList2"/>
    <dgm:cxn modelId="{5C5CF58B-77FD-4A87-994B-A70EC1C814F6}" srcId="{E9D15E5C-0B68-4AE3-91A1-9A3E8F236BC3}" destId="{A2C29D4F-7BB7-4121-A07D-E63DF1C2A08F}" srcOrd="0" destOrd="0" parTransId="{E121DDB5-87D8-45AF-B0BA-1A26B6361076}" sibTransId="{00F71A91-21BF-4EA4-A91C-DE0018AA8CD0}"/>
    <dgm:cxn modelId="{330E04FD-5CA5-4E07-8FA7-8B95719C05BD}" type="presOf" srcId="{A2C29D4F-7BB7-4121-A07D-E63DF1C2A08F}" destId="{9557D66C-5DC2-4363-A40E-81B2F3B1AEA4}" srcOrd="0" destOrd="0" presId="urn:microsoft.com/office/officeart/2005/8/layout/vList2"/>
    <dgm:cxn modelId="{FB67F52E-81BD-4CC5-9A24-F6EA646743EC}" type="presParOf" srcId="{17A7C822-D8C0-4A75-ADAF-103E2FDDD8D8}" destId="{9557D66C-5DC2-4363-A40E-81B2F3B1AEA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73D526-C8A5-4B56-BBCC-F0F6082A0068}" type="doc">
      <dgm:prSet loTypeId="urn:microsoft.com/office/officeart/2005/8/layout/target3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163257-6624-410A-91D8-66B4E5736AF5}">
      <dgm:prSet/>
      <dgm:spPr/>
      <dgm:t>
        <a:bodyPr/>
        <a:lstStyle/>
        <a:p>
          <a:pPr rtl="0"/>
          <a:r>
            <a:rPr lang="en-US" b="0" i="0" baseline="0" dirty="0" err="1"/>
            <a:t>Shivaji</a:t>
          </a:r>
          <a:r>
            <a:rPr lang="en-US" b="0" i="0" baseline="0" dirty="0"/>
            <a:t> has be born in my house</a:t>
          </a:r>
          <a:endParaRPr lang="en-US" dirty="0"/>
        </a:p>
      </dgm:t>
    </dgm:pt>
    <dgm:pt modelId="{0E85FC27-2B89-4403-86F8-287033101D90}" type="parTrans" cxnId="{FE76836F-93E7-47D1-A53A-2D6D2EB3735A}">
      <dgm:prSet/>
      <dgm:spPr/>
      <dgm:t>
        <a:bodyPr/>
        <a:lstStyle/>
        <a:p>
          <a:endParaRPr lang="en-US"/>
        </a:p>
      </dgm:t>
    </dgm:pt>
    <dgm:pt modelId="{97D23023-C3E5-4B4A-B8F9-B4792638AE26}" type="sibTrans" cxnId="{FE76836F-93E7-47D1-A53A-2D6D2EB3735A}">
      <dgm:prSet/>
      <dgm:spPr/>
      <dgm:t>
        <a:bodyPr/>
        <a:lstStyle/>
        <a:p>
          <a:endParaRPr lang="en-US"/>
        </a:p>
      </dgm:t>
    </dgm:pt>
    <dgm:pt modelId="{C1EA6D4D-54FB-4E9A-9210-484BA2E608F6}">
      <dgm:prSet/>
      <dgm:spPr/>
      <dgm:t>
        <a:bodyPr/>
        <a:lstStyle/>
        <a:p>
          <a:pPr rtl="0"/>
          <a:r>
            <a:rPr lang="en-US" b="0" i="0" baseline="0" dirty="0"/>
            <a:t>Let us define a road map for development for our </a:t>
          </a:r>
          <a:r>
            <a:rPr lang="en-US" b="0" i="0" baseline="0" dirty="0" err="1"/>
            <a:t>Samaj</a:t>
          </a:r>
          <a:r>
            <a:rPr lang="en-US" b="0" i="0" baseline="0" dirty="0"/>
            <a:t> </a:t>
          </a:r>
          <a:endParaRPr lang="en-US" dirty="0"/>
        </a:p>
      </dgm:t>
    </dgm:pt>
    <dgm:pt modelId="{55F791CC-252C-4CE1-9A7A-32580E238972}" type="parTrans" cxnId="{5E347DE6-6EFC-43C1-A696-C741FC304A09}">
      <dgm:prSet/>
      <dgm:spPr/>
      <dgm:t>
        <a:bodyPr/>
        <a:lstStyle/>
        <a:p>
          <a:endParaRPr lang="en-US"/>
        </a:p>
      </dgm:t>
    </dgm:pt>
    <dgm:pt modelId="{8AD3A1EE-0F23-48A1-A79B-4A69ADEFC08D}" type="sibTrans" cxnId="{5E347DE6-6EFC-43C1-A696-C741FC304A09}">
      <dgm:prSet/>
      <dgm:spPr/>
      <dgm:t>
        <a:bodyPr/>
        <a:lstStyle/>
        <a:p>
          <a:endParaRPr lang="en-US"/>
        </a:p>
      </dgm:t>
    </dgm:pt>
    <dgm:pt modelId="{2E897F61-0428-4B03-BA2B-511074E3D49E}">
      <dgm:prSet/>
      <dgm:spPr/>
      <dgm:t>
        <a:bodyPr/>
        <a:lstStyle/>
        <a:p>
          <a:pPr rtl="0"/>
          <a:r>
            <a:rPr lang="en-US" b="0" i="0" baseline="0" dirty="0"/>
            <a:t>Let us do some action </a:t>
          </a:r>
          <a:endParaRPr lang="en-US" dirty="0"/>
        </a:p>
      </dgm:t>
    </dgm:pt>
    <dgm:pt modelId="{92977FE2-D2EA-43D8-B1FA-2853D3E012CF}" type="parTrans" cxnId="{C0C0AEA8-4851-4737-A334-AC45DC1B5DEE}">
      <dgm:prSet/>
      <dgm:spPr/>
      <dgm:t>
        <a:bodyPr/>
        <a:lstStyle/>
        <a:p>
          <a:endParaRPr lang="en-US"/>
        </a:p>
      </dgm:t>
    </dgm:pt>
    <dgm:pt modelId="{662700F0-C71D-4DD5-8D59-818E95B6C2EB}" type="sibTrans" cxnId="{C0C0AEA8-4851-4737-A334-AC45DC1B5DEE}">
      <dgm:prSet/>
      <dgm:spPr/>
      <dgm:t>
        <a:bodyPr/>
        <a:lstStyle/>
        <a:p>
          <a:endParaRPr lang="en-US"/>
        </a:p>
      </dgm:t>
    </dgm:pt>
    <dgm:pt modelId="{3DE0FAE1-FDAF-4E0B-8ADF-40FEFA93C3EE}" type="pres">
      <dgm:prSet presAssocID="{3C73D526-C8A5-4B56-BBCC-F0F6082A0068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695AE1E1-3CA2-4F03-9385-5105B6EFE73D}" type="pres">
      <dgm:prSet presAssocID="{A7163257-6624-410A-91D8-66B4E5736AF5}" presName="circle1" presStyleLbl="node1" presStyleIdx="0" presStyleCnt="3"/>
      <dgm:spPr/>
    </dgm:pt>
    <dgm:pt modelId="{ED13F374-F147-4756-A841-D7F16D3BB428}" type="pres">
      <dgm:prSet presAssocID="{A7163257-6624-410A-91D8-66B4E5736AF5}" presName="space" presStyleCnt="0"/>
      <dgm:spPr/>
    </dgm:pt>
    <dgm:pt modelId="{7389B850-B4EE-4787-BE1C-F3D4B8CB0D5A}" type="pres">
      <dgm:prSet presAssocID="{A7163257-6624-410A-91D8-66B4E5736AF5}" presName="rect1" presStyleLbl="alignAcc1" presStyleIdx="0" presStyleCnt="3"/>
      <dgm:spPr/>
    </dgm:pt>
    <dgm:pt modelId="{E923164B-70DC-4ED8-9656-7253A5A2F908}" type="pres">
      <dgm:prSet presAssocID="{C1EA6D4D-54FB-4E9A-9210-484BA2E608F6}" presName="vertSpace2" presStyleLbl="node1" presStyleIdx="0" presStyleCnt="3"/>
      <dgm:spPr/>
    </dgm:pt>
    <dgm:pt modelId="{9D0BB005-4FDF-4730-A68E-98BAB248C2B3}" type="pres">
      <dgm:prSet presAssocID="{C1EA6D4D-54FB-4E9A-9210-484BA2E608F6}" presName="circle2" presStyleLbl="node1" presStyleIdx="1" presStyleCnt="3"/>
      <dgm:spPr/>
    </dgm:pt>
    <dgm:pt modelId="{071D859A-6507-48A7-87BF-B2523B959E14}" type="pres">
      <dgm:prSet presAssocID="{C1EA6D4D-54FB-4E9A-9210-484BA2E608F6}" presName="rect2" presStyleLbl="alignAcc1" presStyleIdx="1" presStyleCnt="3"/>
      <dgm:spPr/>
    </dgm:pt>
    <dgm:pt modelId="{1BF7F269-5ED0-41E8-AB3A-AEFEA7409BCC}" type="pres">
      <dgm:prSet presAssocID="{2E897F61-0428-4B03-BA2B-511074E3D49E}" presName="vertSpace3" presStyleLbl="node1" presStyleIdx="1" presStyleCnt="3"/>
      <dgm:spPr/>
    </dgm:pt>
    <dgm:pt modelId="{F5F9D0A5-2064-4664-8E0E-1E051BBB16FA}" type="pres">
      <dgm:prSet presAssocID="{2E897F61-0428-4B03-BA2B-511074E3D49E}" presName="circle3" presStyleLbl="node1" presStyleIdx="2" presStyleCnt="3"/>
      <dgm:spPr/>
    </dgm:pt>
    <dgm:pt modelId="{0219687F-BE59-4FC3-B604-7F3644B3A314}" type="pres">
      <dgm:prSet presAssocID="{2E897F61-0428-4B03-BA2B-511074E3D49E}" presName="rect3" presStyleLbl="alignAcc1" presStyleIdx="2" presStyleCnt="3"/>
      <dgm:spPr/>
    </dgm:pt>
    <dgm:pt modelId="{4C48759C-E064-4B2F-8C9A-CF22B0FFC8F6}" type="pres">
      <dgm:prSet presAssocID="{A7163257-6624-410A-91D8-66B4E5736AF5}" presName="rect1ParTxNoCh" presStyleLbl="alignAcc1" presStyleIdx="2" presStyleCnt="3">
        <dgm:presLayoutVars>
          <dgm:chMax val="1"/>
          <dgm:bulletEnabled val="1"/>
        </dgm:presLayoutVars>
      </dgm:prSet>
      <dgm:spPr/>
    </dgm:pt>
    <dgm:pt modelId="{A2F0F494-F10C-4D3B-9917-2DC107D6062C}" type="pres">
      <dgm:prSet presAssocID="{C1EA6D4D-54FB-4E9A-9210-484BA2E608F6}" presName="rect2ParTxNoCh" presStyleLbl="alignAcc1" presStyleIdx="2" presStyleCnt="3">
        <dgm:presLayoutVars>
          <dgm:chMax val="1"/>
          <dgm:bulletEnabled val="1"/>
        </dgm:presLayoutVars>
      </dgm:prSet>
      <dgm:spPr/>
    </dgm:pt>
    <dgm:pt modelId="{5970AF88-AE98-476D-A43C-5DC1AAF2CC43}" type="pres">
      <dgm:prSet presAssocID="{2E897F61-0428-4B03-BA2B-511074E3D49E}" presName="rect3ParTxNoCh" presStyleLbl="alignAcc1" presStyleIdx="2" presStyleCnt="3">
        <dgm:presLayoutVars>
          <dgm:chMax val="1"/>
          <dgm:bulletEnabled val="1"/>
        </dgm:presLayoutVars>
      </dgm:prSet>
      <dgm:spPr/>
    </dgm:pt>
  </dgm:ptLst>
  <dgm:cxnLst>
    <dgm:cxn modelId="{7DBF9423-74AB-4D2C-A5F5-7FCEC87B71E9}" type="presOf" srcId="{C1EA6D4D-54FB-4E9A-9210-484BA2E608F6}" destId="{A2F0F494-F10C-4D3B-9917-2DC107D6062C}" srcOrd="1" destOrd="0" presId="urn:microsoft.com/office/officeart/2005/8/layout/target3"/>
    <dgm:cxn modelId="{A1CDA02D-5630-4075-A94E-CC029C21AF68}" type="presOf" srcId="{2E897F61-0428-4B03-BA2B-511074E3D49E}" destId="{0219687F-BE59-4FC3-B604-7F3644B3A314}" srcOrd="0" destOrd="0" presId="urn:microsoft.com/office/officeart/2005/8/layout/target3"/>
    <dgm:cxn modelId="{2D884139-CF56-46E2-A376-D26EBC50C2B2}" type="presOf" srcId="{2E897F61-0428-4B03-BA2B-511074E3D49E}" destId="{5970AF88-AE98-476D-A43C-5DC1AAF2CC43}" srcOrd="1" destOrd="0" presId="urn:microsoft.com/office/officeart/2005/8/layout/target3"/>
    <dgm:cxn modelId="{FE76836F-93E7-47D1-A53A-2D6D2EB3735A}" srcId="{3C73D526-C8A5-4B56-BBCC-F0F6082A0068}" destId="{A7163257-6624-410A-91D8-66B4E5736AF5}" srcOrd="0" destOrd="0" parTransId="{0E85FC27-2B89-4403-86F8-287033101D90}" sibTransId="{97D23023-C3E5-4B4A-B8F9-B4792638AE26}"/>
    <dgm:cxn modelId="{93FCD275-83B1-4E4D-B690-7A7EBD071285}" type="presOf" srcId="{C1EA6D4D-54FB-4E9A-9210-484BA2E608F6}" destId="{071D859A-6507-48A7-87BF-B2523B959E14}" srcOrd="0" destOrd="0" presId="urn:microsoft.com/office/officeart/2005/8/layout/target3"/>
    <dgm:cxn modelId="{C0C0AEA8-4851-4737-A334-AC45DC1B5DEE}" srcId="{3C73D526-C8A5-4B56-BBCC-F0F6082A0068}" destId="{2E897F61-0428-4B03-BA2B-511074E3D49E}" srcOrd="2" destOrd="0" parTransId="{92977FE2-D2EA-43D8-B1FA-2853D3E012CF}" sibTransId="{662700F0-C71D-4DD5-8D59-818E95B6C2EB}"/>
    <dgm:cxn modelId="{CE5389B8-3B89-41B2-9AB9-B9AE3685EBB5}" type="presOf" srcId="{3C73D526-C8A5-4B56-BBCC-F0F6082A0068}" destId="{3DE0FAE1-FDAF-4E0B-8ADF-40FEFA93C3EE}" srcOrd="0" destOrd="0" presId="urn:microsoft.com/office/officeart/2005/8/layout/target3"/>
    <dgm:cxn modelId="{5E347DE6-6EFC-43C1-A696-C741FC304A09}" srcId="{3C73D526-C8A5-4B56-BBCC-F0F6082A0068}" destId="{C1EA6D4D-54FB-4E9A-9210-484BA2E608F6}" srcOrd="1" destOrd="0" parTransId="{55F791CC-252C-4CE1-9A7A-32580E238972}" sibTransId="{8AD3A1EE-0F23-48A1-A79B-4A69ADEFC08D}"/>
    <dgm:cxn modelId="{D2FA71EF-869E-4AE7-A765-B891C97D7B74}" type="presOf" srcId="{A7163257-6624-410A-91D8-66B4E5736AF5}" destId="{7389B850-B4EE-4787-BE1C-F3D4B8CB0D5A}" srcOrd="0" destOrd="0" presId="urn:microsoft.com/office/officeart/2005/8/layout/target3"/>
    <dgm:cxn modelId="{DE8DA5FD-6476-46E0-9328-D6C31B4E78D7}" type="presOf" srcId="{A7163257-6624-410A-91D8-66B4E5736AF5}" destId="{4C48759C-E064-4B2F-8C9A-CF22B0FFC8F6}" srcOrd="1" destOrd="0" presId="urn:microsoft.com/office/officeart/2005/8/layout/target3"/>
    <dgm:cxn modelId="{B3F0397F-B119-4A74-BD62-F6785D96E1BC}" type="presParOf" srcId="{3DE0FAE1-FDAF-4E0B-8ADF-40FEFA93C3EE}" destId="{695AE1E1-3CA2-4F03-9385-5105B6EFE73D}" srcOrd="0" destOrd="0" presId="urn:microsoft.com/office/officeart/2005/8/layout/target3"/>
    <dgm:cxn modelId="{98A28901-B53A-4058-84BE-A4DF09EC7E18}" type="presParOf" srcId="{3DE0FAE1-FDAF-4E0B-8ADF-40FEFA93C3EE}" destId="{ED13F374-F147-4756-A841-D7F16D3BB428}" srcOrd="1" destOrd="0" presId="urn:microsoft.com/office/officeart/2005/8/layout/target3"/>
    <dgm:cxn modelId="{8B2E6684-1CEA-419D-9831-8F30755A981F}" type="presParOf" srcId="{3DE0FAE1-FDAF-4E0B-8ADF-40FEFA93C3EE}" destId="{7389B850-B4EE-4787-BE1C-F3D4B8CB0D5A}" srcOrd="2" destOrd="0" presId="urn:microsoft.com/office/officeart/2005/8/layout/target3"/>
    <dgm:cxn modelId="{D132ACDE-2983-4F51-A09D-3D67BAC4CC7E}" type="presParOf" srcId="{3DE0FAE1-FDAF-4E0B-8ADF-40FEFA93C3EE}" destId="{E923164B-70DC-4ED8-9656-7253A5A2F908}" srcOrd="3" destOrd="0" presId="urn:microsoft.com/office/officeart/2005/8/layout/target3"/>
    <dgm:cxn modelId="{01E51C94-01C7-4DAA-8C69-027AEB933390}" type="presParOf" srcId="{3DE0FAE1-FDAF-4E0B-8ADF-40FEFA93C3EE}" destId="{9D0BB005-4FDF-4730-A68E-98BAB248C2B3}" srcOrd="4" destOrd="0" presId="urn:microsoft.com/office/officeart/2005/8/layout/target3"/>
    <dgm:cxn modelId="{BCE5F92F-5890-4179-BA55-89CAAECE13F4}" type="presParOf" srcId="{3DE0FAE1-FDAF-4E0B-8ADF-40FEFA93C3EE}" destId="{071D859A-6507-48A7-87BF-B2523B959E14}" srcOrd="5" destOrd="0" presId="urn:microsoft.com/office/officeart/2005/8/layout/target3"/>
    <dgm:cxn modelId="{85EC6960-A94F-498B-AD2A-1390078525CC}" type="presParOf" srcId="{3DE0FAE1-FDAF-4E0B-8ADF-40FEFA93C3EE}" destId="{1BF7F269-5ED0-41E8-AB3A-AEFEA7409BCC}" srcOrd="6" destOrd="0" presId="urn:microsoft.com/office/officeart/2005/8/layout/target3"/>
    <dgm:cxn modelId="{C45F41AE-540F-4D12-B73F-BDBB7DB5D8CC}" type="presParOf" srcId="{3DE0FAE1-FDAF-4E0B-8ADF-40FEFA93C3EE}" destId="{F5F9D0A5-2064-4664-8E0E-1E051BBB16FA}" srcOrd="7" destOrd="0" presId="urn:microsoft.com/office/officeart/2005/8/layout/target3"/>
    <dgm:cxn modelId="{ECD94C64-BE20-4502-B02A-07D3C11D103B}" type="presParOf" srcId="{3DE0FAE1-FDAF-4E0B-8ADF-40FEFA93C3EE}" destId="{0219687F-BE59-4FC3-B604-7F3644B3A314}" srcOrd="8" destOrd="0" presId="urn:microsoft.com/office/officeart/2005/8/layout/target3"/>
    <dgm:cxn modelId="{796C4FB0-F1C0-48F2-ADD2-9FCC09CF4D9A}" type="presParOf" srcId="{3DE0FAE1-FDAF-4E0B-8ADF-40FEFA93C3EE}" destId="{4C48759C-E064-4B2F-8C9A-CF22B0FFC8F6}" srcOrd="9" destOrd="0" presId="urn:microsoft.com/office/officeart/2005/8/layout/target3"/>
    <dgm:cxn modelId="{0253D422-E896-48FB-B91C-EED324BB6DF0}" type="presParOf" srcId="{3DE0FAE1-FDAF-4E0B-8ADF-40FEFA93C3EE}" destId="{A2F0F494-F10C-4D3B-9917-2DC107D6062C}" srcOrd="10" destOrd="0" presId="urn:microsoft.com/office/officeart/2005/8/layout/target3"/>
    <dgm:cxn modelId="{DB572912-4D92-427E-8A69-28B875F390F7}" type="presParOf" srcId="{3DE0FAE1-FDAF-4E0B-8ADF-40FEFA93C3EE}" destId="{5970AF88-AE98-476D-A43C-5DC1AAF2CC43}" srcOrd="11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FF7B582-9C81-4F16-84BA-60480F671F2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72EAEDA-68D8-4FA4-87F5-90BDE0910290}">
      <dgm:prSet/>
      <dgm:spPr/>
      <dgm:t>
        <a:bodyPr/>
        <a:lstStyle/>
        <a:p>
          <a:pPr rtl="0"/>
          <a:r>
            <a:rPr lang="en-US" b="0" i="0" baseline="0" dirty="0"/>
            <a:t>Mala </a:t>
          </a:r>
          <a:r>
            <a:rPr lang="en-US" b="0" i="0" baseline="0" dirty="0" err="1"/>
            <a:t>kay</a:t>
          </a:r>
          <a:r>
            <a:rPr lang="en-US" b="0" i="0" baseline="0" dirty="0"/>
            <a:t> </a:t>
          </a:r>
          <a:r>
            <a:rPr lang="en-US" b="0" i="0" baseline="0" dirty="0" err="1"/>
            <a:t>bhetel</a:t>
          </a:r>
          <a:r>
            <a:rPr lang="en-US" b="0" i="0" baseline="0" dirty="0"/>
            <a:t> </a:t>
          </a:r>
          <a:endParaRPr lang="en-US" dirty="0"/>
        </a:p>
      </dgm:t>
    </dgm:pt>
    <dgm:pt modelId="{3345EFE5-1A4E-4AB6-B256-E10F00433E66}" type="parTrans" cxnId="{87961E0D-6FDD-4CE4-B0A9-BF6D5E886523}">
      <dgm:prSet/>
      <dgm:spPr/>
      <dgm:t>
        <a:bodyPr/>
        <a:lstStyle/>
        <a:p>
          <a:endParaRPr lang="en-US"/>
        </a:p>
      </dgm:t>
    </dgm:pt>
    <dgm:pt modelId="{6C1DA8D5-06FE-4A53-9662-A5031C6585F1}" type="sibTrans" cxnId="{87961E0D-6FDD-4CE4-B0A9-BF6D5E886523}">
      <dgm:prSet/>
      <dgm:spPr/>
      <dgm:t>
        <a:bodyPr/>
        <a:lstStyle/>
        <a:p>
          <a:endParaRPr lang="en-US"/>
        </a:p>
      </dgm:t>
    </dgm:pt>
    <dgm:pt modelId="{843B9B56-912F-47B2-A70D-2A232110A83F}" type="pres">
      <dgm:prSet presAssocID="{8FF7B582-9C81-4F16-84BA-60480F671F2C}" presName="linear" presStyleCnt="0">
        <dgm:presLayoutVars>
          <dgm:animLvl val="lvl"/>
          <dgm:resizeHandles val="exact"/>
        </dgm:presLayoutVars>
      </dgm:prSet>
      <dgm:spPr/>
    </dgm:pt>
    <dgm:pt modelId="{508C1BE7-0618-4213-AC18-8F6382B60FD6}" type="pres">
      <dgm:prSet presAssocID="{372EAEDA-68D8-4FA4-87F5-90BDE091029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7961E0D-6FDD-4CE4-B0A9-BF6D5E886523}" srcId="{8FF7B582-9C81-4F16-84BA-60480F671F2C}" destId="{372EAEDA-68D8-4FA4-87F5-90BDE0910290}" srcOrd="0" destOrd="0" parTransId="{3345EFE5-1A4E-4AB6-B256-E10F00433E66}" sibTransId="{6C1DA8D5-06FE-4A53-9662-A5031C6585F1}"/>
    <dgm:cxn modelId="{A9C0820D-2A7C-4B9A-A638-F4C69234EC82}" type="presOf" srcId="{8FF7B582-9C81-4F16-84BA-60480F671F2C}" destId="{843B9B56-912F-47B2-A70D-2A232110A83F}" srcOrd="0" destOrd="0" presId="urn:microsoft.com/office/officeart/2005/8/layout/vList2"/>
    <dgm:cxn modelId="{95EF2EAE-D899-4E33-8E81-4D7E29B93BCA}" type="presOf" srcId="{372EAEDA-68D8-4FA4-87F5-90BDE0910290}" destId="{508C1BE7-0618-4213-AC18-8F6382B60FD6}" srcOrd="0" destOrd="0" presId="urn:microsoft.com/office/officeart/2005/8/layout/vList2"/>
    <dgm:cxn modelId="{90F9F71B-EC71-4F19-AC9C-B615FF352527}" type="presParOf" srcId="{843B9B56-912F-47B2-A70D-2A232110A83F}" destId="{508C1BE7-0618-4213-AC18-8F6382B60FD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9CF6B58-D2A0-456E-8870-367588964080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D5B5F4-0FA8-4069-BBD3-A061BE5C0A03}">
      <dgm:prSet/>
      <dgm:spPr/>
      <dgm:t>
        <a:bodyPr/>
        <a:lstStyle/>
        <a:p>
          <a:pPr rtl="0"/>
          <a:r>
            <a:rPr lang="en-US" b="0" i="0" baseline="0" dirty="0"/>
            <a:t>Active group of helpful friends </a:t>
          </a:r>
          <a:endParaRPr lang="en-US" dirty="0"/>
        </a:p>
      </dgm:t>
    </dgm:pt>
    <dgm:pt modelId="{8C8C9E94-2727-42BB-A27E-A9067DAB0A82}" type="parTrans" cxnId="{E02A2FC5-89C9-479C-A8F0-73A457034A13}">
      <dgm:prSet/>
      <dgm:spPr/>
      <dgm:t>
        <a:bodyPr/>
        <a:lstStyle/>
        <a:p>
          <a:endParaRPr lang="en-US"/>
        </a:p>
      </dgm:t>
    </dgm:pt>
    <dgm:pt modelId="{D853B077-5265-40F1-9ABF-14452D0C9658}" type="sibTrans" cxnId="{E02A2FC5-89C9-479C-A8F0-73A457034A13}">
      <dgm:prSet/>
      <dgm:spPr/>
      <dgm:t>
        <a:bodyPr/>
        <a:lstStyle/>
        <a:p>
          <a:endParaRPr lang="en-US"/>
        </a:p>
      </dgm:t>
    </dgm:pt>
    <dgm:pt modelId="{7AA46EA6-B72E-4733-9856-9442514CD137}">
      <dgm:prSet/>
      <dgm:spPr/>
      <dgm:t>
        <a:bodyPr/>
        <a:lstStyle/>
        <a:p>
          <a:pPr rtl="0"/>
          <a:r>
            <a:rPr lang="en-US" b="0" i="0" baseline="0" dirty="0"/>
            <a:t>Economical Growth </a:t>
          </a:r>
          <a:endParaRPr lang="en-US" dirty="0"/>
        </a:p>
      </dgm:t>
    </dgm:pt>
    <dgm:pt modelId="{701E8C20-AF9F-4F17-AFB0-B67170A945EC}" type="parTrans" cxnId="{22851C22-A8B5-4147-86A8-6B3ACCA0DF8F}">
      <dgm:prSet/>
      <dgm:spPr/>
      <dgm:t>
        <a:bodyPr/>
        <a:lstStyle/>
        <a:p>
          <a:endParaRPr lang="en-US"/>
        </a:p>
      </dgm:t>
    </dgm:pt>
    <dgm:pt modelId="{336EF33E-FCE1-4E94-B023-0AD1EC6705BE}" type="sibTrans" cxnId="{22851C22-A8B5-4147-86A8-6B3ACCA0DF8F}">
      <dgm:prSet/>
      <dgm:spPr/>
      <dgm:t>
        <a:bodyPr/>
        <a:lstStyle/>
        <a:p>
          <a:endParaRPr lang="en-US"/>
        </a:p>
      </dgm:t>
    </dgm:pt>
    <dgm:pt modelId="{BA0415FD-8616-4231-BF06-FBC713F8CC34}">
      <dgm:prSet/>
      <dgm:spPr/>
      <dgm:t>
        <a:bodyPr/>
        <a:lstStyle/>
        <a:p>
          <a:pPr rtl="0"/>
          <a:r>
            <a:rPr lang="en-US" b="0" i="0" baseline="0" dirty="0"/>
            <a:t>Social Growth</a:t>
          </a:r>
          <a:endParaRPr lang="en-US" dirty="0"/>
        </a:p>
      </dgm:t>
    </dgm:pt>
    <dgm:pt modelId="{4DAF9E9F-6C63-4780-8699-2A1F929ACDD8}" type="parTrans" cxnId="{CDBF2BA7-D67A-4043-8B2E-C212D4ECD0BF}">
      <dgm:prSet/>
      <dgm:spPr/>
      <dgm:t>
        <a:bodyPr/>
        <a:lstStyle/>
        <a:p>
          <a:endParaRPr lang="en-US"/>
        </a:p>
      </dgm:t>
    </dgm:pt>
    <dgm:pt modelId="{83375E05-BB46-4DB8-8ABB-8C0D945A53FB}" type="sibTrans" cxnId="{CDBF2BA7-D67A-4043-8B2E-C212D4ECD0BF}">
      <dgm:prSet/>
      <dgm:spPr/>
      <dgm:t>
        <a:bodyPr/>
        <a:lstStyle/>
        <a:p>
          <a:endParaRPr lang="en-US"/>
        </a:p>
      </dgm:t>
    </dgm:pt>
    <dgm:pt modelId="{23C1A4F1-C377-4BAF-B9E4-1DB36A8B224D}">
      <dgm:prSet/>
      <dgm:spPr/>
      <dgm:t>
        <a:bodyPr/>
        <a:lstStyle/>
        <a:p>
          <a:pPr rtl="0"/>
          <a:r>
            <a:rPr lang="en-US" b="0" i="0" baseline="0" dirty="0"/>
            <a:t>Our presence with power in society</a:t>
          </a:r>
          <a:endParaRPr lang="en-US" dirty="0"/>
        </a:p>
      </dgm:t>
    </dgm:pt>
    <dgm:pt modelId="{B7ADBC28-78D1-4AF8-99E7-D86D9A880FD5}" type="parTrans" cxnId="{D22D81B8-2541-46A9-932E-2C9068FE8ACE}">
      <dgm:prSet/>
      <dgm:spPr/>
      <dgm:t>
        <a:bodyPr/>
        <a:lstStyle/>
        <a:p>
          <a:endParaRPr lang="en-US"/>
        </a:p>
      </dgm:t>
    </dgm:pt>
    <dgm:pt modelId="{9E38AB0B-CE95-4EEF-AF4D-EBFD5ACC9A46}" type="sibTrans" cxnId="{D22D81B8-2541-46A9-932E-2C9068FE8ACE}">
      <dgm:prSet/>
      <dgm:spPr/>
      <dgm:t>
        <a:bodyPr/>
        <a:lstStyle/>
        <a:p>
          <a:endParaRPr lang="en-US"/>
        </a:p>
      </dgm:t>
    </dgm:pt>
    <dgm:pt modelId="{6D74F2A1-E472-4223-8113-90D24E540127}" type="pres">
      <dgm:prSet presAssocID="{A9CF6B58-D2A0-456E-8870-367588964080}" presName="Name0" presStyleCnt="0">
        <dgm:presLayoutVars>
          <dgm:dir/>
          <dgm:resizeHandles val="exact"/>
        </dgm:presLayoutVars>
      </dgm:prSet>
      <dgm:spPr/>
    </dgm:pt>
    <dgm:pt modelId="{A2144E63-D328-4BBD-BE15-E7C2B15001EC}" type="pres">
      <dgm:prSet presAssocID="{26D5B5F4-0FA8-4069-BBD3-A061BE5C0A03}" presName="Name5" presStyleLbl="vennNode1" presStyleIdx="0" presStyleCnt="4" custLinFactX="120557" custLinFactNeighborX="200000" custLinFactNeighborY="558">
        <dgm:presLayoutVars>
          <dgm:bulletEnabled val="1"/>
        </dgm:presLayoutVars>
      </dgm:prSet>
      <dgm:spPr/>
    </dgm:pt>
    <dgm:pt modelId="{3560435D-8479-4DAF-A6A3-5F1BDF9BBE73}" type="pres">
      <dgm:prSet presAssocID="{D853B077-5265-40F1-9ABF-14452D0C9658}" presName="space" presStyleCnt="0"/>
      <dgm:spPr/>
    </dgm:pt>
    <dgm:pt modelId="{52FBD5D0-E8A2-4CFD-8D1A-F736C1B9F511}" type="pres">
      <dgm:prSet presAssocID="{7AA46EA6-B72E-4733-9856-9442514CD137}" presName="Name5" presStyleLbl="vennNode1" presStyleIdx="1" presStyleCnt="4" custLinFactX="-60100" custLinFactNeighborX="-100000" custLinFactNeighborY="3708">
        <dgm:presLayoutVars>
          <dgm:bulletEnabled val="1"/>
        </dgm:presLayoutVars>
      </dgm:prSet>
      <dgm:spPr/>
    </dgm:pt>
    <dgm:pt modelId="{2826591C-2265-4719-BEEE-5873D04C4F5F}" type="pres">
      <dgm:prSet presAssocID="{336EF33E-FCE1-4E94-B023-0AD1EC6705BE}" presName="space" presStyleCnt="0"/>
      <dgm:spPr/>
    </dgm:pt>
    <dgm:pt modelId="{B73A8020-03F7-49CF-83F8-291A8421FDE5}" type="pres">
      <dgm:prSet presAssocID="{BA0415FD-8616-4231-BF06-FBC713F8CC34}" presName="Name5" presStyleLbl="vennNode1" presStyleIdx="2" presStyleCnt="4" custLinFactX="-58196" custLinFactNeighborX="-100000" custLinFactNeighborY="3708">
        <dgm:presLayoutVars>
          <dgm:bulletEnabled val="1"/>
        </dgm:presLayoutVars>
      </dgm:prSet>
      <dgm:spPr/>
    </dgm:pt>
    <dgm:pt modelId="{36584F30-CBE1-4025-A4E0-53722069B3B7}" type="pres">
      <dgm:prSet presAssocID="{83375E05-BB46-4DB8-8ABB-8C0D945A53FB}" presName="space" presStyleCnt="0"/>
      <dgm:spPr/>
    </dgm:pt>
    <dgm:pt modelId="{94CFFB2E-96FA-4EF1-A211-3C3DC430EBF8}" type="pres">
      <dgm:prSet presAssocID="{23C1A4F1-C377-4BAF-B9E4-1DB36A8B224D}" presName="Name5" presStyleLbl="vennNode1" presStyleIdx="3" presStyleCnt="4" custLinFactNeighborX="28053" custLinFactNeighborY="-2592">
        <dgm:presLayoutVars>
          <dgm:bulletEnabled val="1"/>
        </dgm:presLayoutVars>
      </dgm:prSet>
      <dgm:spPr/>
    </dgm:pt>
  </dgm:ptLst>
  <dgm:cxnLst>
    <dgm:cxn modelId="{465E5306-6C2B-48D8-831E-5AAF621B552D}" type="presOf" srcId="{26D5B5F4-0FA8-4069-BBD3-A061BE5C0A03}" destId="{A2144E63-D328-4BBD-BE15-E7C2B15001EC}" srcOrd="0" destOrd="0" presId="urn:microsoft.com/office/officeart/2005/8/layout/venn3"/>
    <dgm:cxn modelId="{AEC0650C-1FDE-4D88-AEEF-0E3626345B44}" type="presOf" srcId="{A9CF6B58-D2A0-456E-8870-367588964080}" destId="{6D74F2A1-E472-4223-8113-90D24E540127}" srcOrd="0" destOrd="0" presId="urn:microsoft.com/office/officeart/2005/8/layout/venn3"/>
    <dgm:cxn modelId="{22851C22-A8B5-4147-86A8-6B3ACCA0DF8F}" srcId="{A9CF6B58-D2A0-456E-8870-367588964080}" destId="{7AA46EA6-B72E-4733-9856-9442514CD137}" srcOrd="1" destOrd="0" parTransId="{701E8C20-AF9F-4F17-AFB0-B67170A945EC}" sibTransId="{336EF33E-FCE1-4E94-B023-0AD1EC6705BE}"/>
    <dgm:cxn modelId="{7C3CC569-F05B-45B4-A0A7-CFA11E61908D}" type="presOf" srcId="{23C1A4F1-C377-4BAF-B9E4-1DB36A8B224D}" destId="{94CFFB2E-96FA-4EF1-A211-3C3DC430EBF8}" srcOrd="0" destOrd="0" presId="urn:microsoft.com/office/officeart/2005/8/layout/venn3"/>
    <dgm:cxn modelId="{15F7D692-D765-4108-9EAC-75C481507BB1}" type="presOf" srcId="{BA0415FD-8616-4231-BF06-FBC713F8CC34}" destId="{B73A8020-03F7-49CF-83F8-291A8421FDE5}" srcOrd="0" destOrd="0" presId="urn:microsoft.com/office/officeart/2005/8/layout/venn3"/>
    <dgm:cxn modelId="{CDBF2BA7-D67A-4043-8B2E-C212D4ECD0BF}" srcId="{A9CF6B58-D2A0-456E-8870-367588964080}" destId="{BA0415FD-8616-4231-BF06-FBC713F8CC34}" srcOrd="2" destOrd="0" parTransId="{4DAF9E9F-6C63-4780-8699-2A1F929ACDD8}" sibTransId="{83375E05-BB46-4DB8-8ABB-8C0D945A53FB}"/>
    <dgm:cxn modelId="{D22D81B8-2541-46A9-932E-2C9068FE8ACE}" srcId="{A9CF6B58-D2A0-456E-8870-367588964080}" destId="{23C1A4F1-C377-4BAF-B9E4-1DB36A8B224D}" srcOrd="3" destOrd="0" parTransId="{B7ADBC28-78D1-4AF8-99E7-D86D9A880FD5}" sibTransId="{9E38AB0B-CE95-4EEF-AF4D-EBFD5ACC9A46}"/>
    <dgm:cxn modelId="{E02A2FC5-89C9-479C-A8F0-73A457034A13}" srcId="{A9CF6B58-D2A0-456E-8870-367588964080}" destId="{26D5B5F4-0FA8-4069-BBD3-A061BE5C0A03}" srcOrd="0" destOrd="0" parTransId="{8C8C9E94-2727-42BB-A27E-A9067DAB0A82}" sibTransId="{D853B077-5265-40F1-9ABF-14452D0C9658}"/>
    <dgm:cxn modelId="{8F9630EC-5509-4F7F-9C95-90E09AB22747}" type="presOf" srcId="{7AA46EA6-B72E-4733-9856-9442514CD137}" destId="{52FBD5D0-E8A2-4CFD-8D1A-F736C1B9F511}" srcOrd="0" destOrd="0" presId="urn:microsoft.com/office/officeart/2005/8/layout/venn3"/>
    <dgm:cxn modelId="{36BA6227-83A9-4609-940C-057008E6EC91}" type="presParOf" srcId="{6D74F2A1-E472-4223-8113-90D24E540127}" destId="{A2144E63-D328-4BBD-BE15-E7C2B15001EC}" srcOrd="0" destOrd="0" presId="urn:microsoft.com/office/officeart/2005/8/layout/venn3"/>
    <dgm:cxn modelId="{75C3F33B-2FB7-4062-8ED3-DA291B01CA20}" type="presParOf" srcId="{6D74F2A1-E472-4223-8113-90D24E540127}" destId="{3560435D-8479-4DAF-A6A3-5F1BDF9BBE73}" srcOrd="1" destOrd="0" presId="urn:microsoft.com/office/officeart/2005/8/layout/venn3"/>
    <dgm:cxn modelId="{E2E388D5-36DF-4AB1-92C4-F369E9EE7683}" type="presParOf" srcId="{6D74F2A1-E472-4223-8113-90D24E540127}" destId="{52FBD5D0-E8A2-4CFD-8D1A-F736C1B9F511}" srcOrd="2" destOrd="0" presId="urn:microsoft.com/office/officeart/2005/8/layout/venn3"/>
    <dgm:cxn modelId="{A95D7D46-82EE-4449-922F-7F3B37DE9538}" type="presParOf" srcId="{6D74F2A1-E472-4223-8113-90D24E540127}" destId="{2826591C-2265-4719-BEEE-5873D04C4F5F}" srcOrd="3" destOrd="0" presId="urn:microsoft.com/office/officeart/2005/8/layout/venn3"/>
    <dgm:cxn modelId="{BB1D2308-E10F-4567-8A84-0E314401FC8F}" type="presParOf" srcId="{6D74F2A1-E472-4223-8113-90D24E540127}" destId="{B73A8020-03F7-49CF-83F8-291A8421FDE5}" srcOrd="4" destOrd="0" presId="urn:microsoft.com/office/officeart/2005/8/layout/venn3"/>
    <dgm:cxn modelId="{64B4161D-7EAD-4272-BD19-E79AC5987738}" type="presParOf" srcId="{6D74F2A1-E472-4223-8113-90D24E540127}" destId="{36584F30-CBE1-4025-A4E0-53722069B3B7}" srcOrd="5" destOrd="0" presId="urn:microsoft.com/office/officeart/2005/8/layout/venn3"/>
    <dgm:cxn modelId="{1981BB19-596A-4FBA-9A53-07BA84534EC6}" type="presParOf" srcId="{6D74F2A1-E472-4223-8113-90D24E540127}" destId="{94CFFB2E-96FA-4EF1-A211-3C3DC430EBF8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DCDABE7-3BEF-468E-9838-9CFF3C72C9CB}" type="doc">
      <dgm:prSet loTypeId="urn:microsoft.com/office/officeart/2005/8/layout/hProcess9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54778F-2CFB-4850-8F4C-A295BDDE0CFB}">
      <dgm:prSet/>
      <dgm:spPr/>
      <dgm:t>
        <a:bodyPr/>
        <a:lstStyle/>
        <a:p>
          <a:pPr rtl="0"/>
          <a:r>
            <a:rPr lang="en-US" b="0" i="0" baseline="0" dirty="0"/>
            <a:t>Gather under one umbrella of LADWANI</a:t>
          </a:r>
          <a:endParaRPr lang="en-US" dirty="0"/>
        </a:p>
      </dgm:t>
    </dgm:pt>
    <dgm:pt modelId="{B60D4B46-04BF-4C10-86B1-284DE26EB708}" type="parTrans" cxnId="{566A39BD-D077-437A-9F97-8F2DFFB88A48}">
      <dgm:prSet/>
      <dgm:spPr/>
      <dgm:t>
        <a:bodyPr/>
        <a:lstStyle/>
        <a:p>
          <a:endParaRPr lang="en-US"/>
        </a:p>
      </dgm:t>
    </dgm:pt>
    <dgm:pt modelId="{D710D8E5-42A7-433F-A369-677957B7F6B8}" type="sibTrans" cxnId="{566A39BD-D077-437A-9F97-8F2DFFB88A48}">
      <dgm:prSet/>
      <dgm:spPr/>
      <dgm:t>
        <a:bodyPr/>
        <a:lstStyle/>
        <a:p>
          <a:endParaRPr lang="en-US"/>
        </a:p>
      </dgm:t>
    </dgm:pt>
    <dgm:pt modelId="{A58D491E-83AE-43ED-8701-68CEE09000B7}">
      <dgm:prSet/>
      <dgm:spPr/>
      <dgm:t>
        <a:bodyPr/>
        <a:lstStyle/>
        <a:p>
          <a:pPr rtl="0"/>
          <a:r>
            <a:rPr lang="en-US" b="0" i="0" baseline="0" dirty="0"/>
            <a:t>Create website and mobile app of our </a:t>
          </a:r>
          <a:r>
            <a:rPr lang="en-US" b="0" i="0" baseline="0" dirty="0" err="1"/>
            <a:t>Samaj</a:t>
          </a:r>
          <a:r>
            <a:rPr lang="en-US" b="0" i="0" baseline="0" dirty="0"/>
            <a:t> </a:t>
          </a:r>
          <a:endParaRPr lang="en-US" dirty="0"/>
        </a:p>
      </dgm:t>
    </dgm:pt>
    <dgm:pt modelId="{86E9A368-0256-43BE-A217-84B77CA8F52B}" type="parTrans" cxnId="{78C55903-23E1-4B20-B141-09ADD497D9C5}">
      <dgm:prSet/>
      <dgm:spPr/>
      <dgm:t>
        <a:bodyPr/>
        <a:lstStyle/>
        <a:p>
          <a:endParaRPr lang="en-US"/>
        </a:p>
      </dgm:t>
    </dgm:pt>
    <dgm:pt modelId="{C8817E3A-C452-4BA4-AFF4-05E3D9142BBD}" type="sibTrans" cxnId="{78C55903-23E1-4B20-B141-09ADD497D9C5}">
      <dgm:prSet/>
      <dgm:spPr/>
      <dgm:t>
        <a:bodyPr/>
        <a:lstStyle/>
        <a:p>
          <a:endParaRPr lang="en-US"/>
        </a:p>
      </dgm:t>
    </dgm:pt>
    <dgm:pt modelId="{62E588E4-B5D0-495D-B3FB-0965B3008BED}">
      <dgm:prSet/>
      <dgm:spPr/>
      <dgm:t>
        <a:bodyPr/>
        <a:lstStyle/>
        <a:p>
          <a:pPr rtl="0"/>
          <a:r>
            <a:rPr lang="en-US" b="0" i="0" baseline="0"/>
            <a:t>Create a centralize Samaj Mandal with tree structure </a:t>
          </a:r>
          <a:endParaRPr lang="en-US"/>
        </a:p>
      </dgm:t>
    </dgm:pt>
    <dgm:pt modelId="{79799E28-6A57-43D0-963E-16F2845C7236}" type="parTrans" cxnId="{09A66E87-86DD-4CA1-86EF-3D529D347C92}">
      <dgm:prSet/>
      <dgm:spPr/>
      <dgm:t>
        <a:bodyPr/>
        <a:lstStyle/>
        <a:p>
          <a:endParaRPr lang="en-US"/>
        </a:p>
      </dgm:t>
    </dgm:pt>
    <dgm:pt modelId="{C7A4C676-89A0-451F-8AD2-4AA2F5964CE8}" type="sibTrans" cxnId="{09A66E87-86DD-4CA1-86EF-3D529D347C92}">
      <dgm:prSet/>
      <dgm:spPr/>
      <dgm:t>
        <a:bodyPr/>
        <a:lstStyle/>
        <a:p>
          <a:endParaRPr lang="en-US"/>
        </a:p>
      </dgm:t>
    </dgm:pt>
    <dgm:pt modelId="{4536617F-8ABE-441C-9084-B9CC2CFBA530}">
      <dgm:prSet/>
      <dgm:spPr/>
      <dgm:t>
        <a:bodyPr/>
        <a:lstStyle/>
        <a:p>
          <a:pPr rtl="0"/>
          <a:r>
            <a:rPr lang="en-US" b="0" i="0" baseline="0" dirty="0"/>
            <a:t>Create a bridge between needs and resources </a:t>
          </a:r>
          <a:endParaRPr lang="en-US" dirty="0"/>
        </a:p>
      </dgm:t>
    </dgm:pt>
    <dgm:pt modelId="{7EAAA3AE-EB2F-4383-89CD-DD1511C36F8F}" type="parTrans" cxnId="{6336690D-9CE7-42C4-9548-15B0C0874150}">
      <dgm:prSet/>
      <dgm:spPr/>
      <dgm:t>
        <a:bodyPr/>
        <a:lstStyle/>
        <a:p>
          <a:endParaRPr lang="en-US"/>
        </a:p>
      </dgm:t>
    </dgm:pt>
    <dgm:pt modelId="{1CF69B32-EC32-4D57-8A38-9075E988CCFE}" type="sibTrans" cxnId="{6336690D-9CE7-42C4-9548-15B0C0874150}">
      <dgm:prSet/>
      <dgm:spPr/>
      <dgm:t>
        <a:bodyPr/>
        <a:lstStyle/>
        <a:p>
          <a:endParaRPr lang="en-US"/>
        </a:p>
      </dgm:t>
    </dgm:pt>
    <dgm:pt modelId="{B144A353-AA6F-4642-906E-EFD066EB9ED4}" type="pres">
      <dgm:prSet presAssocID="{EDCDABE7-3BEF-468E-9838-9CFF3C72C9CB}" presName="CompostProcess" presStyleCnt="0">
        <dgm:presLayoutVars>
          <dgm:dir/>
          <dgm:resizeHandles val="exact"/>
        </dgm:presLayoutVars>
      </dgm:prSet>
      <dgm:spPr/>
    </dgm:pt>
    <dgm:pt modelId="{27652EE0-F922-4171-80DD-DED29B1C1C8B}" type="pres">
      <dgm:prSet presAssocID="{EDCDABE7-3BEF-468E-9838-9CFF3C72C9CB}" presName="arrow" presStyleLbl="bgShp" presStyleIdx="0" presStyleCnt="1" custScaleX="108942" custLinFactNeighborX="5" custLinFactNeighborY="4505"/>
      <dgm:spPr/>
    </dgm:pt>
    <dgm:pt modelId="{76C00A8D-0C2F-4E42-81DC-82978B8FEF6B}" type="pres">
      <dgm:prSet presAssocID="{EDCDABE7-3BEF-468E-9838-9CFF3C72C9CB}" presName="linearProcess" presStyleCnt="0"/>
      <dgm:spPr/>
    </dgm:pt>
    <dgm:pt modelId="{A2E62639-B4E3-4A81-A923-3C623376EB1A}" type="pres">
      <dgm:prSet presAssocID="{5254778F-2CFB-4850-8F4C-A295BDDE0CFB}" presName="textNode" presStyleLbl="node1" presStyleIdx="0" presStyleCnt="1" custScaleX="93576" custScaleY="144228" custLinFactNeighborX="-5360" custLinFactNeighborY="3432">
        <dgm:presLayoutVars>
          <dgm:bulletEnabled val="1"/>
        </dgm:presLayoutVars>
      </dgm:prSet>
      <dgm:spPr/>
    </dgm:pt>
  </dgm:ptLst>
  <dgm:cxnLst>
    <dgm:cxn modelId="{78C55903-23E1-4B20-B141-09ADD497D9C5}" srcId="{5254778F-2CFB-4850-8F4C-A295BDDE0CFB}" destId="{A58D491E-83AE-43ED-8701-68CEE09000B7}" srcOrd="0" destOrd="0" parTransId="{86E9A368-0256-43BE-A217-84B77CA8F52B}" sibTransId="{C8817E3A-C452-4BA4-AFF4-05E3D9142BBD}"/>
    <dgm:cxn modelId="{7B650E0B-7043-48EA-B619-1722AAD24CFA}" type="presOf" srcId="{EDCDABE7-3BEF-468E-9838-9CFF3C72C9CB}" destId="{B144A353-AA6F-4642-906E-EFD066EB9ED4}" srcOrd="0" destOrd="0" presId="urn:microsoft.com/office/officeart/2005/8/layout/hProcess9"/>
    <dgm:cxn modelId="{6336690D-9CE7-42C4-9548-15B0C0874150}" srcId="{5254778F-2CFB-4850-8F4C-A295BDDE0CFB}" destId="{4536617F-8ABE-441C-9084-B9CC2CFBA530}" srcOrd="2" destOrd="0" parTransId="{7EAAA3AE-EB2F-4383-89CD-DD1511C36F8F}" sibTransId="{1CF69B32-EC32-4D57-8A38-9075E988CCFE}"/>
    <dgm:cxn modelId="{E58B0232-AB7F-4905-AD40-36A0FBB84DFB}" type="presOf" srcId="{4536617F-8ABE-441C-9084-B9CC2CFBA530}" destId="{A2E62639-B4E3-4A81-A923-3C623376EB1A}" srcOrd="0" destOrd="3" presId="urn:microsoft.com/office/officeart/2005/8/layout/hProcess9"/>
    <dgm:cxn modelId="{B1E4464E-AE41-4C8C-9449-184089F0B2CD}" type="presOf" srcId="{A58D491E-83AE-43ED-8701-68CEE09000B7}" destId="{A2E62639-B4E3-4A81-A923-3C623376EB1A}" srcOrd="0" destOrd="1" presId="urn:microsoft.com/office/officeart/2005/8/layout/hProcess9"/>
    <dgm:cxn modelId="{09A66E87-86DD-4CA1-86EF-3D529D347C92}" srcId="{5254778F-2CFB-4850-8F4C-A295BDDE0CFB}" destId="{62E588E4-B5D0-495D-B3FB-0965B3008BED}" srcOrd="1" destOrd="0" parTransId="{79799E28-6A57-43D0-963E-16F2845C7236}" sibTransId="{C7A4C676-89A0-451F-8AD2-4AA2F5964CE8}"/>
    <dgm:cxn modelId="{8C405B89-F743-4054-9E7B-EB289BAAC79C}" type="presOf" srcId="{62E588E4-B5D0-495D-B3FB-0965B3008BED}" destId="{A2E62639-B4E3-4A81-A923-3C623376EB1A}" srcOrd="0" destOrd="2" presId="urn:microsoft.com/office/officeart/2005/8/layout/hProcess9"/>
    <dgm:cxn modelId="{5F62D18C-0277-4C9B-9A0B-66045611E598}" type="presOf" srcId="{5254778F-2CFB-4850-8F4C-A295BDDE0CFB}" destId="{A2E62639-B4E3-4A81-A923-3C623376EB1A}" srcOrd="0" destOrd="0" presId="urn:microsoft.com/office/officeart/2005/8/layout/hProcess9"/>
    <dgm:cxn modelId="{566A39BD-D077-437A-9F97-8F2DFFB88A48}" srcId="{EDCDABE7-3BEF-468E-9838-9CFF3C72C9CB}" destId="{5254778F-2CFB-4850-8F4C-A295BDDE0CFB}" srcOrd="0" destOrd="0" parTransId="{B60D4B46-04BF-4C10-86B1-284DE26EB708}" sibTransId="{D710D8E5-42A7-433F-A369-677957B7F6B8}"/>
    <dgm:cxn modelId="{B6100F19-1B13-4438-BC5A-37DD262A950A}" type="presParOf" srcId="{B144A353-AA6F-4642-906E-EFD066EB9ED4}" destId="{27652EE0-F922-4171-80DD-DED29B1C1C8B}" srcOrd="0" destOrd="0" presId="urn:microsoft.com/office/officeart/2005/8/layout/hProcess9"/>
    <dgm:cxn modelId="{51B44607-5979-403B-9280-6E2FA4341CBD}" type="presParOf" srcId="{B144A353-AA6F-4642-906E-EFD066EB9ED4}" destId="{76C00A8D-0C2F-4E42-81DC-82978B8FEF6B}" srcOrd="1" destOrd="0" presId="urn:microsoft.com/office/officeart/2005/8/layout/hProcess9"/>
    <dgm:cxn modelId="{F145F130-4D14-4830-8297-C94446FC5DF6}" type="presParOf" srcId="{76C00A8D-0C2F-4E42-81DC-82978B8FEF6B}" destId="{A2E62639-B4E3-4A81-A923-3C623376EB1A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FF7B582-9C81-4F16-84BA-60480F671F2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2EAEDA-68D8-4FA4-87F5-90BDE0910290}">
      <dgm:prSet/>
      <dgm:spPr/>
      <dgm:t>
        <a:bodyPr/>
        <a:lstStyle/>
        <a:p>
          <a:pPr rtl="0"/>
          <a:r>
            <a:rPr lang="en-US" dirty="0"/>
            <a:t>What to do? </a:t>
          </a:r>
        </a:p>
      </dgm:t>
    </dgm:pt>
    <dgm:pt modelId="{3345EFE5-1A4E-4AB6-B256-E10F00433E66}" type="parTrans" cxnId="{87961E0D-6FDD-4CE4-B0A9-BF6D5E886523}">
      <dgm:prSet/>
      <dgm:spPr/>
      <dgm:t>
        <a:bodyPr/>
        <a:lstStyle/>
        <a:p>
          <a:endParaRPr lang="en-US"/>
        </a:p>
      </dgm:t>
    </dgm:pt>
    <dgm:pt modelId="{6C1DA8D5-06FE-4A53-9662-A5031C6585F1}" type="sibTrans" cxnId="{87961E0D-6FDD-4CE4-B0A9-BF6D5E886523}">
      <dgm:prSet/>
      <dgm:spPr/>
      <dgm:t>
        <a:bodyPr/>
        <a:lstStyle/>
        <a:p>
          <a:endParaRPr lang="en-US"/>
        </a:p>
      </dgm:t>
    </dgm:pt>
    <dgm:pt modelId="{843B9B56-912F-47B2-A70D-2A232110A83F}" type="pres">
      <dgm:prSet presAssocID="{8FF7B582-9C81-4F16-84BA-60480F671F2C}" presName="linear" presStyleCnt="0">
        <dgm:presLayoutVars>
          <dgm:animLvl val="lvl"/>
          <dgm:resizeHandles val="exact"/>
        </dgm:presLayoutVars>
      </dgm:prSet>
      <dgm:spPr/>
    </dgm:pt>
    <dgm:pt modelId="{508C1BE7-0618-4213-AC18-8F6382B60FD6}" type="pres">
      <dgm:prSet presAssocID="{372EAEDA-68D8-4FA4-87F5-90BDE091029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7961E0D-6FDD-4CE4-B0A9-BF6D5E886523}" srcId="{8FF7B582-9C81-4F16-84BA-60480F671F2C}" destId="{372EAEDA-68D8-4FA4-87F5-90BDE0910290}" srcOrd="0" destOrd="0" parTransId="{3345EFE5-1A4E-4AB6-B256-E10F00433E66}" sibTransId="{6C1DA8D5-06FE-4A53-9662-A5031C6585F1}"/>
    <dgm:cxn modelId="{54E327AB-F76A-45CC-B24A-AC4F50AD1A93}" type="presOf" srcId="{372EAEDA-68D8-4FA4-87F5-90BDE0910290}" destId="{508C1BE7-0618-4213-AC18-8F6382B60FD6}" srcOrd="0" destOrd="0" presId="urn:microsoft.com/office/officeart/2005/8/layout/vList2"/>
    <dgm:cxn modelId="{96FD51BC-E9E5-494E-A4B5-095726543D21}" type="presOf" srcId="{8FF7B582-9C81-4F16-84BA-60480F671F2C}" destId="{843B9B56-912F-47B2-A70D-2A232110A83F}" srcOrd="0" destOrd="0" presId="urn:microsoft.com/office/officeart/2005/8/layout/vList2"/>
    <dgm:cxn modelId="{F2A62A66-5AC8-48CE-ADBC-5F6793673888}" type="presParOf" srcId="{843B9B56-912F-47B2-A70D-2A232110A83F}" destId="{508C1BE7-0618-4213-AC18-8F6382B60FD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F8631B5-3166-45A2-9645-2A6B544480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96D9DE9-2044-4BE3-B08C-21C9943339AA}">
      <dgm:prSet/>
      <dgm:spPr/>
      <dgm:t>
        <a:bodyPr/>
        <a:lstStyle/>
        <a:p>
          <a:pPr rtl="0"/>
          <a:r>
            <a:rPr lang="en-US" b="0" i="0" baseline="0"/>
            <a:t>Collect and upload / update data</a:t>
          </a:r>
          <a:endParaRPr lang="en-US"/>
        </a:p>
      </dgm:t>
    </dgm:pt>
    <dgm:pt modelId="{28A72673-D335-4CEC-9798-556161F74F61}" type="parTrans" cxnId="{CD7DA15F-27A4-46B9-88F6-B2C5D7E5923B}">
      <dgm:prSet/>
      <dgm:spPr/>
      <dgm:t>
        <a:bodyPr/>
        <a:lstStyle/>
        <a:p>
          <a:endParaRPr lang="en-US"/>
        </a:p>
      </dgm:t>
    </dgm:pt>
    <dgm:pt modelId="{D4386E97-EE86-473A-8043-95904C489493}" type="sibTrans" cxnId="{CD7DA15F-27A4-46B9-88F6-B2C5D7E5923B}">
      <dgm:prSet/>
      <dgm:spPr/>
      <dgm:t>
        <a:bodyPr/>
        <a:lstStyle/>
        <a:p>
          <a:endParaRPr lang="en-US"/>
        </a:p>
      </dgm:t>
    </dgm:pt>
    <dgm:pt modelId="{6A3DD176-D533-4271-B8D9-E747255DDD4D}">
      <dgm:prSet/>
      <dgm:spPr/>
      <dgm:t>
        <a:bodyPr/>
        <a:lstStyle/>
        <a:p>
          <a:pPr rtl="0"/>
          <a:r>
            <a:rPr lang="en-US" b="0" i="0" baseline="0"/>
            <a:t>Through representatives </a:t>
          </a:r>
          <a:endParaRPr lang="en-US"/>
        </a:p>
      </dgm:t>
    </dgm:pt>
    <dgm:pt modelId="{EDFF8477-6E34-46C7-A1FF-5C688E7E38BB}" type="parTrans" cxnId="{7DC9B411-9250-453F-8F20-0D3BB79A9D63}">
      <dgm:prSet/>
      <dgm:spPr/>
      <dgm:t>
        <a:bodyPr/>
        <a:lstStyle/>
        <a:p>
          <a:endParaRPr lang="en-US"/>
        </a:p>
      </dgm:t>
    </dgm:pt>
    <dgm:pt modelId="{A8D633FC-3841-43FB-9077-92A701908B92}" type="sibTrans" cxnId="{7DC9B411-9250-453F-8F20-0D3BB79A9D63}">
      <dgm:prSet/>
      <dgm:spPr/>
      <dgm:t>
        <a:bodyPr/>
        <a:lstStyle/>
        <a:p>
          <a:endParaRPr lang="en-US"/>
        </a:p>
      </dgm:t>
    </dgm:pt>
    <dgm:pt modelId="{E214337B-FDF1-411B-AC13-5078090506BB}">
      <dgm:prSet/>
      <dgm:spPr/>
      <dgm:t>
        <a:bodyPr/>
        <a:lstStyle/>
        <a:p>
          <a:pPr rtl="0"/>
          <a:r>
            <a:rPr lang="en-US" b="0" i="0" baseline="0"/>
            <a:t>Self login and registration </a:t>
          </a:r>
          <a:endParaRPr lang="en-US"/>
        </a:p>
      </dgm:t>
    </dgm:pt>
    <dgm:pt modelId="{D82FB673-D4FE-44E9-ABCE-DC343C580734}" type="parTrans" cxnId="{44D62352-0356-489A-B548-80E5025788FC}">
      <dgm:prSet/>
      <dgm:spPr/>
      <dgm:t>
        <a:bodyPr/>
        <a:lstStyle/>
        <a:p>
          <a:endParaRPr lang="en-US"/>
        </a:p>
      </dgm:t>
    </dgm:pt>
    <dgm:pt modelId="{9CCC2044-7F6E-475E-BA09-0815F782085E}" type="sibTrans" cxnId="{44D62352-0356-489A-B548-80E5025788FC}">
      <dgm:prSet/>
      <dgm:spPr/>
      <dgm:t>
        <a:bodyPr/>
        <a:lstStyle/>
        <a:p>
          <a:endParaRPr lang="en-US"/>
        </a:p>
      </dgm:t>
    </dgm:pt>
    <dgm:pt modelId="{26C36388-D9FA-4F85-ADA6-135AF9A372EB}">
      <dgm:prSet/>
      <dgm:spPr/>
      <dgm:t>
        <a:bodyPr/>
        <a:lstStyle/>
        <a:p>
          <a:pPr rtl="0"/>
          <a:r>
            <a:rPr lang="en-US" b="0" i="0" baseline="0"/>
            <a:t>Create a web site with access control</a:t>
          </a:r>
          <a:endParaRPr lang="en-US"/>
        </a:p>
      </dgm:t>
    </dgm:pt>
    <dgm:pt modelId="{E8217A36-33D2-43BC-84E8-3D230E14D538}" type="parTrans" cxnId="{BC2ED384-2BE2-4E69-B692-939F18F1705F}">
      <dgm:prSet/>
      <dgm:spPr/>
      <dgm:t>
        <a:bodyPr/>
        <a:lstStyle/>
        <a:p>
          <a:endParaRPr lang="en-US"/>
        </a:p>
      </dgm:t>
    </dgm:pt>
    <dgm:pt modelId="{C53CCF14-08AC-4F07-8274-FBBB2FF9BDDB}" type="sibTrans" cxnId="{BC2ED384-2BE2-4E69-B692-939F18F1705F}">
      <dgm:prSet/>
      <dgm:spPr/>
      <dgm:t>
        <a:bodyPr/>
        <a:lstStyle/>
        <a:p>
          <a:endParaRPr lang="en-US"/>
        </a:p>
      </dgm:t>
    </dgm:pt>
    <dgm:pt modelId="{DA109A63-2DA3-4A2F-8103-6C8D851E861A}">
      <dgm:prSet/>
      <dgm:spPr/>
      <dgm:t>
        <a:bodyPr/>
        <a:lstStyle/>
        <a:p>
          <a:pPr rtl="0"/>
          <a:r>
            <a:rPr lang="en-US" b="0" i="0" baseline="0"/>
            <a:t>Multiple types of access  will be provided</a:t>
          </a:r>
          <a:endParaRPr lang="en-US"/>
        </a:p>
      </dgm:t>
    </dgm:pt>
    <dgm:pt modelId="{9B8600DC-DF4A-4786-9D90-F683DE93EAD6}" type="parTrans" cxnId="{859ACC33-C2AD-4E42-A597-16F0E4945D60}">
      <dgm:prSet/>
      <dgm:spPr/>
      <dgm:t>
        <a:bodyPr/>
        <a:lstStyle/>
        <a:p>
          <a:endParaRPr lang="en-US"/>
        </a:p>
      </dgm:t>
    </dgm:pt>
    <dgm:pt modelId="{8B77EADD-70F5-478F-8172-A1352230CE53}" type="sibTrans" cxnId="{859ACC33-C2AD-4E42-A597-16F0E4945D60}">
      <dgm:prSet/>
      <dgm:spPr/>
      <dgm:t>
        <a:bodyPr/>
        <a:lstStyle/>
        <a:p>
          <a:endParaRPr lang="en-US"/>
        </a:p>
      </dgm:t>
    </dgm:pt>
    <dgm:pt modelId="{6F38143A-DCAD-419A-A6C0-8AC41227E41F}">
      <dgm:prSet/>
      <dgm:spPr/>
      <dgm:t>
        <a:bodyPr/>
        <a:lstStyle/>
        <a:p>
          <a:pPr rtl="0"/>
          <a:r>
            <a:rPr lang="en-US" b="0" i="0" baseline="0"/>
            <a:t>General informative for everyone </a:t>
          </a:r>
          <a:endParaRPr lang="en-US"/>
        </a:p>
      </dgm:t>
    </dgm:pt>
    <dgm:pt modelId="{48D94488-3155-4E02-8F47-1F615CCC500D}" type="parTrans" cxnId="{0B575805-6552-4631-8555-7C8410314006}">
      <dgm:prSet/>
      <dgm:spPr/>
      <dgm:t>
        <a:bodyPr/>
        <a:lstStyle/>
        <a:p>
          <a:endParaRPr lang="en-US"/>
        </a:p>
      </dgm:t>
    </dgm:pt>
    <dgm:pt modelId="{B3B640F6-8AC6-41EB-8717-08A38A0C8AFE}" type="sibTrans" cxnId="{0B575805-6552-4631-8555-7C8410314006}">
      <dgm:prSet/>
      <dgm:spPr/>
      <dgm:t>
        <a:bodyPr/>
        <a:lstStyle/>
        <a:p>
          <a:endParaRPr lang="en-US"/>
        </a:p>
      </dgm:t>
    </dgm:pt>
    <dgm:pt modelId="{AAD075E9-3B47-46C4-B1E1-0344BD405349}">
      <dgm:prSet/>
      <dgm:spPr/>
      <dgm:t>
        <a:bodyPr/>
        <a:lstStyle/>
        <a:p>
          <a:pPr rtl="0"/>
          <a:r>
            <a:rPr lang="en-US" b="0" i="0" baseline="0"/>
            <a:t>For all Wani samaj authenticated people with some limited view to available data</a:t>
          </a:r>
          <a:endParaRPr lang="en-US"/>
        </a:p>
      </dgm:t>
    </dgm:pt>
    <dgm:pt modelId="{9DD47A8E-84A8-435D-86AE-E9D47B00C6E8}" type="parTrans" cxnId="{61680ED1-3C8C-4CA9-B764-9743A5747334}">
      <dgm:prSet/>
      <dgm:spPr/>
      <dgm:t>
        <a:bodyPr/>
        <a:lstStyle/>
        <a:p>
          <a:endParaRPr lang="en-US"/>
        </a:p>
      </dgm:t>
    </dgm:pt>
    <dgm:pt modelId="{87AAF4FD-CB6D-4E2D-A891-160EF35E11D1}" type="sibTrans" cxnId="{61680ED1-3C8C-4CA9-B764-9743A5747334}">
      <dgm:prSet/>
      <dgm:spPr/>
      <dgm:t>
        <a:bodyPr/>
        <a:lstStyle/>
        <a:p>
          <a:endParaRPr lang="en-US"/>
        </a:p>
      </dgm:t>
    </dgm:pt>
    <dgm:pt modelId="{781E902A-0BB5-4F7E-AE86-23A453AB6EC7}">
      <dgm:prSet/>
      <dgm:spPr/>
      <dgm:t>
        <a:bodyPr/>
        <a:lstStyle/>
        <a:p>
          <a:pPr rtl="0"/>
          <a:r>
            <a:rPr lang="en-US" b="0" i="0" baseline="0"/>
            <a:t>Purpose base access like matrimony, business. </a:t>
          </a:r>
          <a:endParaRPr lang="en-US"/>
        </a:p>
      </dgm:t>
    </dgm:pt>
    <dgm:pt modelId="{C38B8B85-291C-49E2-AC77-1D2ED919AD2F}" type="parTrans" cxnId="{132974AF-3AC0-4217-986C-5A905C1E7B2C}">
      <dgm:prSet/>
      <dgm:spPr/>
      <dgm:t>
        <a:bodyPr/>
        <a:lstStyle/>
        <a:p>
          <a:endParaRPr lang="en-US"/>
        </a:p>
      </dgm:t>
    </dgm:pt>
    <dgm:pt modelId="{D3AB1268-FFF8-4017-A405-7F653801F148}" type="sibTrans" cxnId="{132974AF-3AC0-4217-986C-5A905C1E7B2C}">
      <dgm:prSet/>
      <dgm:spPr/>
      <dgm:t>
        <a:bodyPr/>
        <a:lstStyle/>
        <a:p>
          <a:endParaRPr lang="en-US"/>
        </a:p>
      </dgm:t>
    </dgm:pt>
    <dgm:pt modelId="{BD08EF44-4001-401A-B014-83FD8C97E363}">
      <dgm:prSet/>
      <dgm:spPr/>
      <dgm:t>
        <a:bodyPr/>
        <a:lstStyle/>
        <a:p>
          <a:pPr rtl="0"/>
          <a:r>
            <a:rPr lang="en-US" b="0" i="0" baseline="0"/>
            <a:t>This will provide information to all about our samaj</a:t>
          </a:r>
          <a:endParaRPr lang="en-US"/>
        </a:p>
      </dgm:t>
    </dgm:pt>
    <dgm:pt modelId="{0F53CA6B-2FA4-4B19-95ED-702AE2922EFF}" type="parTrans" cxnId="{85631DBD-1DC8-4AD9-9626-AECF1D04FFB9}">
      <dgm:prSet/>
      <dgm:spPr/>
      <dgm:t>
        <a:bodyPr/>
        <a:lstStyle/>
        <a:p>
          <a:endParaRPr lang="en-US"/>
        </a:p>
      </dgm:t>
    </dgm:pt>
    <dgm:pt modelId="{0A644457-1442-4B3B-930F-42ACB6089ED4}" type="sibTrans" cxnId="{85631DBD-1DC8-4AD9-9626-AECF1D04FFB9}">
      <dgm:prSet/>
      <dgm:spPr/>
      <dgm:t>
        <a:bodyPr/>
        <a:lstStyle/>
        <a:p>
          <a:endParaRPr lang="en-US"/>
        </a:p>
      </dgm:t>
    </dgm:pt>
    <dgm:pt modelId="{3DBFE9D4-1C40-4904-A3D2-18A49AACCA7A}">
      <dgm:prSet/>
      <dgm:spPr/>
      <dgm:t>
        <a:bodyPr/>
        <a:lstStyle/>
        <a:p>
          <a:pPr rtl="0"/>
          <a:r>
            <a:rPr lang="en-US" b="0" i="0" baseline="0" dirty="0"/>
            <a:t>Each one will have his own access he need it</a:t>
          </a:r>
          <a:endParaRPr lang="en-US" dirty="0"/>
        </a:p>
      </dgm:t>
    </dgm:pt>
    <dgm:pt modelId="{B2C261BC-714C-4FB7-8092-AB0CEAF3963D}" type="parTrans" cxnId="{C556B4EC-C75F-4158-81B4-8EC2698A38C1}">
      <dgm:prSet/>
      <dgm:spPr/>
      <dgm:t>
        <a:bodyPr/>
        <a:lstStyle/>
        <a:p>
          <a:endParaRPr lang="en-US"/>
        </a:p>
      </dgm:t>
    </dgm:pt>
    <dgm:pt modelId="{27017DBC-D55D-466B-8C5F-4998A7FEC85A}" type="sibTrans" cxnId="{C556B4EC-C75F-4158-81B4-8EC2698A38C1}">
      <dgm:prSet/>
      <dgm:spPr/>
      <dgm:t>
        <a:bodyPr/>
        <a:lstStyle/>
        <a:p>
          <a:endParaRPr lang="en-US"/>
        </a:p>
      </dgm:t>
    </dgm:pt>
    <dgm:pt modelId="{2E3F8BAF-009E-4B07-9E3B-827E33D2050E}">
      <dgm:prSet/>
      <dgm:spPr/>
      <dgm:t>
        <a:bodyPr/>
        <a:lstStyle/>
        <a:p>
          <a:pPr rtl="0"/>
          <a:r>
            <a:rPr lang="en-US" b="0" i="0" baseline="0" dirty="0"/>
            <a:t>One will have access to his family tree</a:t>
          </a:r>
          <a:endParaRPr lang="en-US" dirty="0"/>
        </a:p>
      </dgm:t>
    </dgm:pt>
    <dgm:pt modelId="{3275C5D5-1D6D-48EF-A85E-4D21B3D7A583}" type="parTrans" cxnId="{1620CBAD-0D6A-4AC8-B945-4AC253D0231A}">
      <dgm:prSet/>
      <dgm:spPr/>
      <dgm:t>
        <a:bodyPr/>
        <a:lstStyle/>
        <a:p>
          <a:endParaRPr lang="en-US"/>
        </a:p>
      </dgm:t>
    </dgm:pt>
    <dgm:pt modelId="{7FECFAA4-BB1F-4259-BF7B-64658C7C4113}" type="sibTrans" cxnId="{1620CBAD-0D6A-4AC8-B945-4AC253D0231A}">
      <dgm:prSet/>
      <dgm:spPr/>
      <dgm:t>
        <a:bodyPr/>
        <a:lstStyle/>
        <a:p>
          <a:endParaRPr lang="en-US"/>
        </a:p>
      </dgm:t>
    </dgm:pt>
    <dgm:pt modelId="{9219139C-B11A-4763-8944-263800DC9E74}">
      <dgm:prSet/>
      <dgm:spPr/>
      <dgm:t>
        <a:bodyPr/>
        <a:lstStyle/>
        <a:p>
          <a:pPr rtl="0"/>
          <a:r>
            <a:rPr lang="en-US" b="0" i="0" baseline="0"/>
            <a:t>There will be few Administrators who will grant this access and monitor the access</a:t>
          </a:r>
          <a:endParaRPr lang="en-US"/>
        </a:p>
      </dgm:t>
    </dgm:pt>
    <dgm:pt modelId="{F308A752-C1D0-4F4F-B93C-7AB1C156DE5A}" type="parTrans" cxnId="{FFD7EC56-D520-4E19-BE75-9A081B70DE98}">
      <dgm:prSet/>
      <dgm:spPr/>
      <dgm:t>
        <a:bodyPr/>
        <a:lstStyle/>
        <a:p>
          <a:endParaRPr lang="en-US"/>
        </a:p>
      </dgm:t>
    </dgm:pt>
    <dgm:pt modelId="{E27282DD-A2A4-461D-A53E-1FD94A1E2E2A}" type="sibTrans" cxnId="{FFD7EC56-D520-4E19-BE75-9A081B70DE98}">
      <dgm:prSet/>
      <dgm:spPr/>
      <dgm:t>
        <a:bodyPr/>
        <a:lstStyle/>
        <a:p>
          <a:endParaRPr lang="en-US"/>
        </a:p>
      </dgm:t>
    </dgm:pt>
    <dgm:pt modelId="{252604E6-EAEA-4917-9622-79EA1E42EF08}">
      <dgm:prSet/>
      <dgm:spPr/>
      <dgm:t>
        <a:bodyPr/>
        <a:lstStyle/>
        <a:p>
          <a:pPr rtl="0"/>
          <a:r>
            <a:rPr lang="en-US" b="0" i="0" baseline="0"/>
            <a:t>for both ways we need to create a 4 eye access and approval or access to users</a:t>
          </a:r>
          <a:endParaRPr lang="en-US"/>
        </a:p>
      </dgm:t>
    </dgm:pt>
    <dgm:pt modelId="{28D7040C-235E-4E7E-912B-BEE210C780A6}" type="parTrans" cxnId="{5F417652-8AE5-4591-A3C7-1BF32D01B44E}">
      <dgm:prSet/>
      <dgm:spPr/>
      <dgm:t>
        <a:bodyPr/>
        <a:lstStyle/>
        <a:p>
          <a:endParaRPr lang="en-US"/>
        </a:p>
      </dgm:t>
    </dgm:pt>
    <dgm:pt modelId="{678D0B5B-4810-4CA9-BC83-BA0FF10C8A84}" type="sibTrans" cxnId="{5F417652-8AE5-4591-A3C7-1BF32D01B44E}">
      <dgm:prSet/>
      <dgm:spPr/>
      <dgm:t>
        <a:bodyPr/>
        <a:lstStyle/>
        <a:p>
          <a:endParaRPr lang="en-US"/>
        </a:p>
      </dgm:t>
    </dgm:pt>
    <dgm:pt modelId="{25A5BF87-B18B-423B-84F9-F815CAE0CF99}" type="pres">
      <dgm:prSet presAssocID="{DF8631B5-3166-45A2-9645-2A6B54448084}" presName="linear" presStyleCnt="0">
        <dgm:presLayoutVars>
          <dgm:animLvl val="lvl"/>
          <dgm:resizeHandles val="exact"/>
        </dgm:presLayoutVars>
      </dgm:prSet>
      <dgm:spPr/>
    </dgm:pt>
    <dgm:pt modelId="{6301A229-8BA9-456E-A229-43CBFD5D4059}" type="pres">
      <dgm:prSet presAssocID="{096D9DE9-2044-4BE3-B08C-21C9943339A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8A92380-8685-4CD4-BF92-B52BD164DEBD}" type="pres">
      <dgm:prSet presAssocID="{096D9DE9-2044-4BE3-B08C-21C9943339AA}" presName="childText" presStyleLbl="revTx" presStyleIdx="0" presStyleCnt="2">
        <dgm:presLayoutVars>
          <dgm:bulletEnabled val="1"/>
        </dgm:presLayoutVars>
      </dgm:prSet>
      <dgm:spPr/>
    </dgm:pt>
    <dgm:pt modelId="{2EA3DB1B-E063-4343-9B12-820EAC6DBB79}" type="pres">
      <dgm:prSet presAssocID="{26C36388-D9FA-4F85-ADA6-135AF9A372E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587EB6E-1153-4FE9-96D7-9AE55C8B7556}" type="pres">
      <dgm:prSet presAssocID="{26C36388-D9FA-4F85-ADA6-135AF9A372EB}" presName="childText" presStyleLbl="revTx" presStyleIdx="1" presStyleCnt="2">
        <dgm:presLayoutVars>
          <dgm:bulletEnabled val="1"/>
        </dgm:presLayoutVars>
      </dgm:prSet>
      <dgm:spPr/>
    </dgm:pt>
    <dgm:pt modelId="{B2479228-ECBB-41FA-903E-F4BFEAAF8598}" type="pres">
      <dgm:prSet presAssocID="{252604E6-EAEA-4917-9622-79EA1E42EF0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B575805-6552-4631-8555-7C8410314006}" srcId="{DA109A63-2DA3-4A2F-8103-6C8D851E861A}" destId="{6F38143A-DCAD-419A-A6C0-8AC41227E41F}" srcOrd="0" destOrd="0" parTransId="{48D94488-3155-4E02-8F47-1F615CCC500D}" sibTransId="{B3B640F6-8AC6-41EB-8717-08A38A0C8AFE}"/>
    <dgm:cxn modelId="{7DC9B411-9250-453F-8F20-0D3BB79A9D63}" srcId="{096D9DE9-2044-4BE3-B08C-21C9943339AA}" destId="{6A3DD176-D533-4271-B8D9-E747255DDD4D}" srcOrd="0" destOrd="0" parTransId="{EDFF8477-6E34-46C7-A1FF-5C688E7E38BB}" sibTransId="{A8D633FC-3841-43FB-9077-92A701908B92}"/>
    <dgm:cxn modelId="{D699401B-4FD5-4C0A-B999-FFDC0D0B1C30}" type="presOf" srcId="{DA109A63-2DA3-4A2F-8103-6C8D851E861A}" destId="{3587EB6E-1153-4FE9-96D7-9AE55C8B7556}" srcOrd="0" destOrd="0" presId="urn:microsoft.com/office/officeart/2005/8/layout/vList2"/>
    <dgm:cxn modelId="{73062530-95FE-4A08-A445-43D69563A0DE}" type="presOf" srcId="{AAD075E9-3B47-46C4-B1E1-0344BD405349}" destId="{3587EB6E-1153-4FE9-96D7-9AE55C8B7556}" srcOrd="0" destOrd="2" presId="urn:microsoft.com/office/officeart/2005/8/layout/vList2"/>
    <dgm:cxn modelId="{F95B4530-050C-4DD7-A74E-9444F6A5B66D}" type="presOf" srcId="{BD08EF44-4001-401A-B014-83FD8C97E363}" destId="{3587EB6E-1153-4FE9-96D7-9AE55C8B7556}" srcOrd="0" destOrd="4" presId="urn:microsoft.com/office/officeart/2005/8/layout/vList2"/>
    <dgm:cxn modelId="{62530733-5043-430C-9423-671BBE548928}" type="presOf" srcId="{6A3DD176-D533-4271-B8D9-E747255DDD4D}" destId="{E8A92380-8685-4CD4-BF92-B52BD164DEBD}" srcOrd="0" destOrd="0" presId="urn:microsoft.com/office/officeart/2005/8/layout/vList2"/>
    <dgm:cxn modelId="{859ACC33-C2AD-4E42-A597-16F0E4945D60}" srcId="{26C36388-D9FA-4F85-ADA6-135AF9A372EB}" destId="{DA109A63-2DA3-4A2F-8103-6C8D851E861A}" srcOrd="0" destOrd="0" parTransId="{9B8600DC-DF4A-4786-9D90-F683DE93EAD6}" sibTransId="{8B77EADD-70F5-478F-8172-A1352230CE53}"/>
    <dgm:cxn modelId="{CD7DA15F-27A4-46B9-88F6-B2C5D7E5923B}" srcId="{DF8631B5-3166-45A2-9645-2A6B54448084}" destId="{096D9DE9-2044-4BE3-B08C-21C9943339AA}" srcOrd="0" destOrd="0" parTransId="{28A72673-D335-4CEC-9798-556161F74F61}" sibTransId="{D4386E97-EE86-473A-8043-95904C489493}"/>
    <dgm:cxn modelId="{54DC9C6D-CD0D-4ABA-8DB2-CE1EF4435723}" type="presOf" srcId="{252604E6-EAEA-4917-9622-79EA1E42EF08}" destId="{B2479228-ECBB-41FA-903E-F4BFEAAF8598}" srcOrd="0" destOrd="0" presId="urn:microsoft.com/office/officeart/2005/8/layout/vList2"/>
    <dgm:cxn modelId="{44D62352-0356-489A-B548-80E5025788FC}" srcId="{096D9DE9-2044-4BE3-B08C-21C9943339AA}" destId="{E214337B-FDF1-411B-AC13-5078090506BB}" srcOrd="1" destOrd="0" parTransId="{D82FB673-D4FE-44E9-ABCE-DC343C580734}" sibTransId="{9CCC2044-7F6E-475E-BA09-0815F782085E}"/>
    <dgm:cxn modelId="{5F417652-8AE5-4591-A3C7-1BF32D01B44E}" srcId="{DF8631B5-3166-45A2-9645-2A6B54448084}" destId="{252604E6-EAEA-4917-9622-79EA1E42EF08}" srcOrd="2" destOrd="0" parTransId="{28D7040C-235E-4E7E-912B-BEE210C780A6}" sibTransId="{678D0B5B-4810-4CA9-BC83-BA0FF10C8A84}"/>
    <dgm:cxn modelId="{FFD7EC56-D520-4E19-BE75-9A081B70DE98}" srcId="{26C36388-D9FA-4F85-ADA6-135AF9A372EB}" destId="{9219139C-B11A-4763-8944-263800DC9E74}" srcOrd="1" destOrd="0" parTransId="{F308A752-C1D0-4F4F-B93C-7AB1C156DE5A}" sibTransId="{E27282DD-A2A4-461D-A53E-1FD94A1E2E2A}"/>
    <dgm:cxn modelId="{A2EC6A83-5C11-4DB6-8601-3046BFE094EF}" type="presOf" srcId="{DF8631B5-3166-45A2-9645-2A6B54448084}" destId="{25A5BF87-B18B-423B-84F9-F815CAE0CF99}" srcOrd="0" destOrd="0" presId="urn:microsoft.com/office/officeart/2005/8/layout/vList2"/>
    <dgm:cxn modelId="{BC2ED384-2BE2-4E69-B692-939F18F1705F}" srcId="{DF8631B5-3166-45A2-9645-2A6B54448084}" destId="{26C36388-D9FA-4F85-ADA6-135AF9A372EB}" srcOrd="1" destOrd="0" parTransId="{E8217A36-33D2-43BC-84E8-3D230E14D538}" sibTransId="{C53CCF14-08AC-4F07-8274-FBBB2FF9BDDB}"/>
    <dgm:cxn modelId="{2241C68F-D20A-47DE-9B72-19BCA4FFBD18}" type="presOf" srcId="{9219139C-B11A-4763-8944-263800DC9E74}" destId="{3587EB6E-1153-4FE9-96D7-9AE55C8B7556}" srcOrd="0" destOrd="7" presId="urn:microsoft.com/office/officeart/2005/8/layout/vList2"/>
    <dgm:cxn modelId="{2B404C96-06C7-4A2D-88FC-999600FAFA3E}" type="presOf" srcId="{E214337B-FDF1-411B-AC13-5078090506BB}" destId="{E8A92380-8685-4CD4-BF92-B52BD164DEBD}" srcOrd="0" destOrd="1" presId="urn:microsoft.com/office/officeart/2005/8/layout/vList2"/>
    <dgm:cxn modelId="{1620CBAD-0D6A-4AC8-B945-4AC253D0231A}" srcId="{DA109A63-2DA3-4A2F-8103-6C8D851E861A}" destId="{2E3F8BAF-009E-4B07-9E3B-827E33D2050E}" srcOrd="5" destOrd="0" parTransId="{3275C5D5-1D6D-48EF-A85E-4D21B3D7A583}" sibTransId="{7FECFAA4-BB1F-4259-BF7B-64658C7C4113}"/>
    <dgm:cxn modelId="{132974AF-3AC0-4217-986C-5A905C1E7B2C}" srcId="{DA109A63-2DA3-4A2F-8103-6C8D851E861A}" destId="{781E902A-0BB5-4F7E-AE86-23A453AB6EC7}" srcOrd="2" destOrd="0" parTransId="{C38B8B85-291C-49E2-AC77-1D2ED919AD2F}" sibTransId="{D3AB1268-FFF8-4017-A405-7F653801F148}"/>
    <dgm:cxn modelId="{85631DBD-1DC8-4AD9-9626-AECF1D04FFB9}" srcId="{DA109A63-2DA3-4A2F-8103-6C8D851E861A}" destId="{BD08EF44-4001-401A-B014-83FD8C97E363}" srcOrd="3" destOrd="0" parTransId="{0F53CA6B-2FA4-4B19-95ED-702AE2922EFF}" sibTransId="{0A644457-1442-4B3B-930F-42ACB6089ED4}"/>
    <dgm:cxn modelId="{6EB1F4C5-23D7-4D8F-A1E7-ED5D43417175}" type="presOf" srcId="{26C36388-D9FA-4F85-ADA6-135AF9A372EB}" destId="{2EA3DB1B-E063-4343-9B12-820EAC6DBB79}" srcOrd="0" destOrd="0" presId="urn:microsoft.com/office/officeart/2005/8/layout/vList2"/>
    <dgm:cxn modelId="{2C231CC6-C955-45C8-BFB3-FD912D54ED38}" type="presOf" srcId="{781E902A-0BB5-4F7E-AE86-23A453AB6EC7}" destId="{3587EB6E-1153-4FE9-96D7-9AE55C8B7556}" srcOrd="0" destOrd="3" presId="urn:microsoft.com/office/officeart/2005/8/layout/vList2"/>
    <dgm:cxn modelId="{61680ED1-3C8C-4CA9-B764-9743A5747334}" srcId="{DA109A63-2DA3-4A2F-8103-6C8D851E861A}" destId="{AAD075E9-3B47-46C4-B1E1-0344BD405349}" srcOrd="1" destOrd="0" parTransId="{9DD47A8E-84A8-435D-86AE-E9D47B00C6E8}" sibTransId="{87AAF4FD-CB6D-4E2D-A891-160EF35E11D1}"/>
    <dgm:cxn modelId="{31074AD2-2FF9-4DA2-B2CE-64D90664703C}" type="presOf" srcId="{6F38143A-DCAD-419A-A6C0-8AC41227E41F}" destId="{3587EB6E-1153-4FE9-96D7-9AE55C8B7556}" srcOrd="0" destOrd="1" presId="urn:microsoft.com/office/officeart/2005/8/layout/vList2"/>
    <dgm:cxn modelId="{F9DEBCE8-6F43-45B9-B2FC-4A0005622722}" type="presOf" srcId="{2E3F8BAF-009E-4B07-9E3B-827E33D2050E}" destId="{3587EB6E-1153-4FE9-96D7-9AE55C8B7556}" srcOrd="0" destOrd="6" presId="urn:microsoft.com/office/officeart/2005/8/layout/vList2"/>
    <dgm:cxn modelId="{C556B4EC-C75F-4158-81B4-8EC2698A38C1}" srcId="{DA109A63-2DA3-4A2F-8103-6C8D851E861A}" destId="{3DBFE9D4-1C40-4904-A3D2-18A49AACCA7A}" srcOrd="4" destOrd="0" parTransId="{B2C261BC-714C-4FB7-8092-AB0CEAF3963D}" sibTransId="{27017DBC-D55D-466B-8C5F-4998A7FEC85A}"/>
    <dgm:cxn modelId="{5A34CBF0-57B6-4D92-A814-F5369DE9338E}" type="presOf" srcId="{3DBFE9D4-1C40-4904-A3D2-18A49AACCA7A}" destId="{3587EB6E-1153-4FE9-96D7-9AE55C8B7556}" srcOrd="0" destOrd="5" presId="urn:microsoft.com/office/officeart/2005/8/layout/vList2"/>
    <dgm:cxn modelId="{11DC50F5-3123-43E9-B206-7B3D335EAAA0}" type="presOf" srcId="{096D9DE9-2044-4BE3-B08C-21C9943339AA}" destId="{6301A229-8BA9-456E-A229-43CBFD5D4059}" srcOrd="0" destOrd="0" presId="urn:microsoft.com/office/officeart/2005/8/layout/vList2"/>
    <dgm:cxn modelId="{122A0903-49DF-4F6A-980C-FC3D09C6E3E7}" type="presParOf" srcId="{25A5BF87-B18B-423B-84F9-F815CAE0CF99}" destId="{6301A229-8BA9-456E-A229-43CBFD5D4059}" srcOrd="0" destOrd="0" presId="urn:microsoft.com/office/officeart/2005/8/layout/vList2"/>
    <dgm:cxn modelId="{944E0AA9-0F80-4F8D-A9EE-6FE8A63E21E9}" type="presParOf" srcId="{25A5BF87-B18B-423B-84F9-F815CAE0CF99}" destId="{E8A92380-8685-4CD4-BF92-B52BD164DEBD}" srcOrd="1" destOrd="0" presId="urn:microsoft.com/office/officeart/2005/8/layout/vList2"/>
    <dgm:cxn modelId="{ED68C109-DEC1-4F14-A426-0B92A70705B8}" type="presParOf" srcId="{25A5BF87-B18B-423B-84F9-F815CAE0CF99}" destId="{2EA3DB1B-E063-4343-9B12-820EAC6DBB79}" srcOrd="2" destOrd="0" presId="urn:microsoft.com/office/officeart/2005/8/layout/vList2"/>
    <dgm:cxn modelId="{C5FA5F52-E44D-4AD0-89AA-2A3AB2B6FAC0}" type="presParOf" srcId="{25A5BF87-B18B-423B-84F9-F815CAE0CF99}" destId="{3587EB6E-1153-4FE9-96D7-9AE55C8B7556}" srcOrd="3" destOrd="0" presId="urn:microsoft.com/office/officeart/2005/8/layout/vList2"/>
    <dgm:cxn modelId="{23F65C9E-D902-44E0-BF9E-37CDB3BC7419}" type="presParOf" srcId="{25A5BF87-B18B-423B-84F9-F815CAE0CF99}" destId="{B2479228-ECBB-41FA-903E-F4BFEAAF859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C06B196-06F4-452F-851F-AA5BCA5E3BF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510307C-71F8-40F8-8242-58A95273FBC4}">
      <dgm:prSet/>
      <dgm:spPr/>
      <dgm:t>
        <a:bodyPr/>
        <a:lstStyle/>
        <a:p>
          <a:pPr rtl="0"/>
          <a:r>
            <a:rPr lang="en-US" b="0" i="0" baseline="0"/>
            <a:t>Selection procedure for Governing body</a:t>
          </a:r>
          <a:endParaRPr lang="en-US"/>
        </a:p>
      </dgm:t>
    </dgm:pt>
    <dgm:pt modelId="{CA39D845-C1F9-43B3-B990-C9AA53123DA1}" type="parTrans" cxnId="{9B507C2C-8F73-4888-8212-56EDB343EF1D}">
      <dgm:prSet/>
      <dgm:spPr/>
      <dgm:t>
        <a:bodyPr/>
        <a:lstStyle/>
        <a:p>
          <a:endParaRPr lang="en-US"/>
        </a:p>
      </dgm:t>
    </dgm:pt>
    <dgm:pt modelId="{A3D136BC-447D-423C-B69E-3242D625A26F}" type="sibTrans" cxnId="{9B507C2C-8F73-4888-8212-56EDB343EF1D}">
      <dgm:prSet/>
      <dgm:spPr/>
      <dgm:t>
        <a:bodyPr/>
        <a:lstStyle/>
        <a:p>
          <a:endParaRPr lang="en-US"/>
        </a:p>
      </dgm:t>
    </dgm:pt>
    <dgm:pt modelId="{A9A2A853-102E-4DA9-8E97-D08C106908E0}" type="pres">
      <dgm:prSet presAssocID="{9C06B196-06F4-452F-851F-AA5BCA5E3BF4}" presName="linear" presStyleCnt="0">
        <dgm:presLayoutVars>
          <dgm:animLvl val="lvl"/>
          <dgm:resizeHandles val="exact"/>
        </dgm:presLayoutVars>
      </dgm:prSet>
      <dgm:spPr/>
    </dgm:pt>
    <dgm:pt modelId="{FF178900-BD9F-4D2F-8522-9A25754D118B}" type="pres">
      <dgm:prSet presAssocID="{5510307C-71F8-40F8-8242-58A95273FBC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2CBC226-97C1-4839-83E5-3C75DA104B33}" type="presOf" srcId="{5510307C-71F8-40F8-8242-58A95273FBC4}" destId="{FF178900-BD9F-4D2F-8522-9A25754D118B}" srcOrd="0" destOrd="0" presId="urn:microsoft.com/office/officeart/2005/8/layout/vList2"/>
    <dgm:cxn modelId="{9B507C2C-8F73-4888-8212-56EDB343EF1D}" srcId="{9C06B196-06F4-452F-851F-AA5BCA5E3BF4}" destId="{5510307C-71F8-40F8-8242-58A95273FBC4}" srcOrd="0" destOrd="0" parTransId="{CA39D845-C1F9-43B3-B990-C9AA53123DA1}" sibTransId="{A3D136BC-447D-423C-B69E-3242D625A26F}"/>
    <dgm:cxn modelId="{40C88EE1-1AF5-4BC9-AC8C-111DCED2FAAA}" type="presOf" srcId="{9C06B196-06F4-452F-851F-AA5BCA5E3BF4}" destId="{A9A2A853-102E-4DA9-8E97-D08C106908E0}" srcOrd="0" destOrd="0" presId="urn:microsoft.com/office/officeart/2005/8/layout/vList2"/>
    <dgm:cxn modelId="{5E9E4A86-41C1-464A-AAB8-7562EF49022C}" type="presParOf" srcId="{A9A2A853-102E-4DA9-8E97-D08C106908E0}" destId="{FF178900-BD9F-4D2F-8522-9A25754D118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1B38D8C-1C21-40C4-AD41-0F26034DDD1F}" type="doc">
      <dgm:prSet loTypeId="urn:microsoft.com/office/officeart/2005/8/layout/vList5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0C06A4-64C5-4E17-89F7-F49A7783F7B4}">
      <dgm:prSet/>
      <dgm:spPr/>
      <dgm:t>
        <a:bodyPr/>
        <a:lstStyle/>
        <a:p>
          <a:pPr rtl="0"/>
          <a:r>
            <a:rPr lang="en-US" b="0" i="0" baseline="0" dirty="0"/>
            <a:t>There will be 3 types of </a:t>
          </a:r>
          <a:r>
            <a:rPr lang="en-US" b="0" i="0" baseline="0" dirty="0" err="1"/>
            <a:t>Sanchalaks</a:t>
          </a:r>
          <a:r>
            <a:rPr lang="en-US" b="0" i="0" baseline="0" dirty="0"/>
            <a:t> </a:t>
          </a:r>
          <a:endParaRPr lang="en-US" dirty="0"/>
        </a:p>
      </dgm:t>
    </dgm:pt>
    <dgm:pt modelId="{2C70E843-98F7-4DF3-8105-0023315B8B63}" type="parTrans" cxnId="{DE4872F9-E894-42E6-9636-10B58823BD83}">
      <dgm:prSet/>
      <dgm:spPr/>
      <dgm:t>
        <a:bodyPr/>
        <a:lstStyle/>
        <a:p>
          <a:endParaRPr lang="en-US"/>
        </a:p>
      </dgm:t>
    </dgm:pt>
    <dgm:pt modelId="{935A12D4-1CBB-46A4-AFD2-97BE0BC1EF63}" type="sibTrans" cxnId="{DE4872F9-E894-42E6-9636-10B58823BD83}">
      <dgm:prSet/>
      <dgm:spPr/>
      <dgm:t>
        <a:bodyPr/>
        <a:lstStyle/>
        <a:p>
          <a:endParaRPr lang="en-US"/>
        </a:p>
      </dgm:t>
    </dgm:pt>
    <dgm:pt modelId="{40622DCF-8877-4D5A-98F2-2B92F0A7637A}">
      <dgm:prSet/>
      <dgm:spPr/>
      <dgm:t>
        <a:bodyPr/>
        <a:lstStyle/>
        <a:p>
          <a:pPr rtl="0"/>
          <a:r>
            <a:rPr lang="en-US" b="0" i="0" baseline="0"/>
            <a:t>Technical experts and SMEs from various fields with social touch total 25%</a:t>
          </a:r>
          <a:endParaRPr lang="en-US"/>
        </a:p>
      </dgm:t>
    </dgm:pt>
    <dgm:pt modelId="{10F4F5DD-3C40-4179-ABCC-58E030B640E7}" type="parTrans" cxnId="{39FD665D-A334-4904-BB5D-D1E4476B7670}">
      <dgm:prSet/>
      <dgm:spPr/>
      <dgm:t>
        <a:bodyPr/>
        <a:lstStyle/>
        <a:p>
          <a:endParaRPr lang="en-US"/>
        </a:p>
      </dgm:t>
    </dgm:pt>
    <dgm:pt modelId="{C50CD7AA-6E30-4B7D-9319-56E89ED426C4}" type="sibTrans" cxnId="{39FD665D-A334-4904-BB5D-D1E4476B7670}">
      <dgm:prSet/>
      <dgm:spPr/>
      <dgm:t>
        <a:bodyPr/>
        <a:lstStyle/>
        <a:p>
          <a:endParaRPr lang="en-US"/>
        </a:p>
      </dgm:t>
    </dgm:pt>
    <dgm:pt modelId="{5863FA18-1D9C-4E02-B81F-B15E0A5BE150}">
      <dgm:prSet/>
      <dgm:spPr/>
      <dgm:t>
        <a:bodyPr/>
        <a:lstStyle/>
        <a:p>
          <a:pPr rtl="0"/>
          <a:r>
            <a:rPr lang="en-US" b="0" i="0" baseline="0" dirty="0"/>
            <a:t>Administrators (</a:t>
          </a:r>
          <a:r>
            <a:rPr lang="en-US" b="0" i="0" baseline="0" dirty="0" err="1"/>
            <a:t>Sanchalak</a:t>
          </a:r>
          <a:r>
            <a:rPr lang="en-US" b="0" i="0" baseline="0" dirty="0"/>
            <a:t>) Elected from various  low level </a:t>
          </a:r>
          <a:r>
            <a:rPr lang="en-US" b="0" i="0" baseline="0" dirty="0" err="1"/>
            <a:t>sanchalak</a:t>
          </a:r>
          <a:r>
            <a:rPr lang="en-US" b="0" i="0" baseline="0" dirty="0"/>
            <a:t> mandalas  60%</a:t>
          </a:r>
          <a:endParaRPr lang="en-US" dirty="0"/>
        </a:p>
      </dgm:t>
    </dgm:pt>
    <dgm:pt modelId="{1B42E935-7F83-45D1-9207-3C6F1E5F02BC}" type="parTrans" cxnId="{CC53B941-E3D2-43CB-B815-5B0AB5F4626A}">
      <dgm:prSet/>
      <dgm:spPr/>
      <dgm:t>
        <a:bodyPr/>
        <a:lstStyle/>
        <a:p>
          <a:endParaRPr lang="en-US"/>
        </a:p>
      </dgm:t>
    </dgm:pt>
    <dgm:pt modelId="{9B00DEC9-F3C4-49EC-A8B2-1FB4734B9BE1}" type="sibTrans" cxnId="{CC53B941-E3D2-43CB-B815-5B0AB5F4626A}">
      <dgm:prSet/>
      <dgm:spPr/>
      <dgm:t>
        <a:bodyPr/>
        <a:lstStyle/>
        <a:p>
          <a:endParaRPr lang="en-US"/>
        </a:p>
      </dgm:t>
    </dgm:pt>
    <dgm:pt modelId="{9E6B8CA6-A323-4357-9C70-6631772D8E25}">
      <dgm:prSet/>
      <dgm:spPr/>
      <dgm:t>
        <a:bodyPr/>
        <a:lstStyle/>
        <a:p>
          <a:pPr rtl="0"/>
          <a:r>
            <a:rPr lang="en-US" b="0" i="0" baseline="0" dirty="0"/>
            <a:t>Administration Fund donors  not more that 15%</a:t>
          </a:r>
          <a:endParaRPr lang="en-US" dirty="0"/>
        </a:p>
      </dgm:t>
    </dgm:pt>
    <dgm:pt modelId="{0368AD24-B3B7-4462-BDE0-04277F40C22A}" type="parTrans" cxnId="{7FCC1922-8E81-4D58-88D7-EAA46D933E3F}">
      <dgm:prSet/>
      <dgm:spPr/>
      <dgm:t>
        <a:bodyPr/>
        <a:lstStyle/>
        <a:p>
          <a:endParaRPr lang="en-US"/>
        </a:p>
      </dgm:t>
    </dgm:pt>
    <dgm:pt modelId="{B874DE49-CB28-4508-832E-D9C743D81974}" type="sibTrans" cxnId="{7FCC1922-8E81-4D58-88D7-EAA46D933E3F}">
      <dgm:prSet/>
      <dgm:spPr/>
      <dgm:t>
        <a:bodyPr/>
        <a:lstStyle/>
        <a:p>
          <a:endParaRPr lang="en-US"/>
        </a:p>
      </dgm:t>
    </dgm:pt>
    <dgm:pt modelId="{73C562AD-2945-4343-A8A7-346C8E39B787}" type="pres">
      <dgm:prSet presAssocID="{01B38D8C-1C21-40C4-AD41-0F26034DDD1F}" presName="Name0" presStyleCnt="0">
        <dgm:presLayoutVars>
          <dgm:dir/>
          <dgm:animLvl val="lvl"/>
          <dgm:resizeHandles val="exact"/>
        </dgm:presLayoutVars>
      </dgm:prSet>
      <dgm:spPr/>
    </dgm:pt>
    <dgm:pt modelId="{F1F37206-A7BA-4930-8982-9A4A98D971A5}" type="pres">
      <dgm:prSet presAssocID="{150C06A4-64C5-4E17-89F7-F49A7783F7B4}" presName="linNode" presStyleCnt="0"/>
      <dgm:spPr/>
    </dgm:pt>
    <dgm:pt modelId="{35BCC4F6-D36A-408E-A2B8-1EFB56B16B45}" type="pres">
      <dgm:prSet presAssocID="{150C06A4-64C5-4E17-89F7-F49A7783F7B4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1006B65A-DC2E-4A6E-B3F6-CB0DD255373B}" type="pres">
      <dgm:prSet presAssocID="{150C06A4-64C5-4E17-89F7-F49A7783F7B4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7FCC1922-8E81-4D58-88D7-EAA46D933E3F}" srcId="{150C06A4-64C5-4E17-89F7-F49A7783F7B4}" destId="{9E6B8CA6-A323-4357-9C70-6631772D8E25}" srcOrd="2" destOrd="0" parTransId="{0368AD24-B3B7-4462-BDE0-04277F40C22A}" sibTransId="{B874DE49-CB28-4508-832E-D9C743D81974}"/>
    <dgm:cxn modelId="{BAA6C126-6892-4692-9571-A388904173E8}" type="presOf" srcId="{40622DCF-8877-4D5A-98F2-2B92F0A7637A}" destId="{1006B65A-DC2E-4A6E-B3F6-CB0DD255373B}" srcOrd="0" destOrd="0" presId="urn:microsoft.com/office/officeart/2005/8/layout/vList5"/>
    <dgm:cxn modelId="{88C70F29-BCB7-4135-81B8-201E1BF0FE48}" type="presOf" srcId="{9E6B8CA6-A323-4357-9C70-6631772D8E25}" destId="{1006B65A-DC2E-4A6E-B3F6-CB0DD255373B}" srcOrd="0" destOrd="2" presId="urn:microsoft.com/office/officeart/2005/8/layout/vList5"/>
    <dgm:cxn modelId="{A042073B-6AE2-449F-85C3-7A6F18721219}" type="presOf" srcId="{01B38D8C-1C21-40C4-AD41-0F26034DDD1F}" destId="{73C562AD-2945-4343-A8A7-346C8E39B787}" srcOrd="0" destOrd="0" presId="urn:microsoft.com/office/officeart/2005/8/layout/vList5"/>
    <dgm:cxn modelId="{39FD665D-A334-4904-BB5D-D1E4476B7670}" srcId="{150C06A4-64C5-4E17-89F7-F49A7783F7B4}" destId="{40622DCF-8877-4D5A-98F2-2B92F0A7637A}" srcOrd="0" destOrd="0" parTransId="{10F4F5DD-3C40-4179-ABCC-58E030B640E7}" sibTransId="{C50CD7AA-6E30-4B7D-9319-56E89ED426C4}"/>
    <dgm:cxn modelId="{CC53B941-E3D2-43CB-B815-5B0AB5F4626A}" srcId="{150C06A4-64C5-4E17-89F7-F49A7783F7B4}" destId="{5863FA18-1D9C-4E02-B81F-B15E0A5BE150}" srcOrd="1" destOrd="0" parTransId="{1B42E935-7F83-45D1-9207-3C6F1E5F02BC}" sibTransId="{9B00DEC9-F3C4-49EC-A8B2-1FB4734B9BE1}"/>
    <dgm:cxn modelId="{D9494AAC-5A07-4C3A-83EC-5C7F78716EB4}" type="presOf" srcId="{5863FA18-1D9C-4E02-B81F-B15E0A5BE150}" destId="{1006B65A-DC2E-4A6E-B3F6-CB0DD255373B}" srcOrd="0" destOrd="1" presId="urn:microsoft.com/office/officeart/2005/8/layout/vList5"/>
    <dgm:cxn modelId="{DE4872F9-E894-42E6-9636-10B58823BD83}" srcId="{01B38D8C-1C21-40C4-AD41-0F26034DDD1F}" destId="{150C06A4-64C5-4E17-89F7-F49A7783F7B4}" srcOrd="0" destOrd="0" parTransId="{2C70E843-98F7-4DF3-8105-0023315B8B63}" sibTransId="{935A12D4-1CBB-46A4-AFD2-97BE0BC1EF63}"/>
    <dgm:cxn modelId="{9F51FDFF-97EF-4AA6-B17F-91E9C64D7228}" type="presOf" srcId="{150C06A4-64C5-4E17-89F7-F49A7783F7B4}" destId="{35BCC4F6-D36A-408E-A2B8-1EFB56B16B45}" srcOrd="0" destOrd="0" presId="urn:microsoft.com/office/officeart/2005/8/layout/vList5"/>
    <dgm:cxn modelId="{4011BBA3-5C8C-4B49-98FE-41B50864BBD8}" type="presParOf" srcId="{73C562AD-2945-4343-A8A7-346C8E39B787}" destId="{F1F37206-A7BA-4930-8982-9A4A98D971A5}" srcOrd="0" destOrd="0" presId="urn:microsoft.com/office/officeart/2005/8/layout/vList5"/>
    <dgm:cxn modelId="{D53FE7FA-3DBC-40D8-99F5-76DE10544EEA}" type="presParOf" srcId="{F1F37206-A7BA-4930-8982-9A4A98D971A5}" destId="{35BCC4F6-D36A-408E-A2B8-1EFB56B16B45}" srcOrd="0" destOrd="0" presId="urn:microsoft.com/office/officeart/2005/8/layout/vList5"/>
    <dgm:cxn modelId="{C304376E-8BF2-4F60-AF12-973B04A4968A}" type="presParOf" srcId="{F1F37206-A7BA-4930-8982-9A4A98D971A5}" destId="{1006B65A-DC2E-4A6E-B3F6-CB0DD255373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C06B196-06F4-452F-851F-AA5BCA5E3BF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10307C-71F8-40F8-8242-58A95273FBC4}">
      <dgm:prSet/>
      <dgm:spPr/>
      <dgm:t>
        <a:bodyPr/>
        <a:lstStyle/>
        <a:p>
          <a:pPr rtl="0"/>
          <a:r>
            <a:rPr lang="en-US" b="0" i="0" baseline="0" dirty="0"/>
            <a:t>Directives for Governing body</a:t>
          </a:r>
          <a:endParaRPr lang="en-US" dirty="0"/>
        </a:p>
      </dgm:t>
    </dgm:pt>
    <dgm:pt modelId="{CA39D845-C1F9-43B3-B990-C9AA53123DA1}" type="parTrans" cxnId="{9B507C2C-8F73-4888-8212-56EDB343EF1D}">
      <dgm:prSet/>
      <dgm:spPr/>
      <dgm:t>
        <a:bodyPr/>
        <a:lstStyle/>
        <a:p>
          <a:endParaRPr lang="en-US"/>
        </a:p>
      </dgm:t>
    </dgm:pt>
    <dgm:pt modelId="{A3D136BC-447D-423C-B69E-3242D625A26F}" type="sibTrans" cxnId="{9B507C2C-8F73-4888-8212-56EDB343EF1D}">
      <dgm:prSet/>
      <dgm:spPr/>
      <dgm:t>
        <a:bodyPr/>
        <a:lstStyle/>
        <a:p>
          <a:endParaRPr lang="en-US"/>
        </a:p>
      </dgm:t>
    </dgm:pt>
    <dgm:pt modelId="{A9A2A853-102E-4DA9-8E97-D08C106908E0}" type="pres">
      <dgm:prSet presAssocID="{9C06B196-06F4-452F-851F-AA5BCA5E3BF4}" presName="linear" presStyleCnt="0">
        <dgm:presLayoutVars>
          <dgm:animLvl val="lvl"/>
          <dgm:resizeHandles val="exact"/>
        </dgm:presLayoutVars>
      </dgm:prSet>
      <dgm:spPr/>
    </dgm:pt>
    <dgm:pt modelId="{FF178900-BD9F-4D2F-8522-9A25754D118B}" type="pres">
      <dgm:prSet presAssocID="{5510307C-71F8-40F8-8242-58A95273FBC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B507C2C-8F73-4888-8212-56EDB343EF1D}" srcId="{9C06B196-06F4-452F-851F-AA5BCA5E3BF4}" destId="{5510307C-71F8-40F8-8242-58A95273FBC4}" srcOrd="0" destOrd="0" parTransId="{CA39D845-C1F9-43B3-B990-C9AA53123DA1}" sibTransId="{A3D136BC-447D-423C-B69E-3242D625A26F}"/>
    <dgm:cxn modelId="{0F7FA964-A9CA-4EF6-B7EC-E0EB755E61B2}" type="presOf" srcId="{9C06B196-06F4-452F-851F-AA5BCA5E3BF4}" destId="{A9A2A853-102E-4DA9-8E97-D08C106908E0}" srcOrd="0" destOrd="0" presId="urn:microsoft.com/office/officeart/2005/8/layout/vList2"/>
    <dgm:cxn modelId="{B3033599-0C01-406C-A678-F489B435221E}" type="presOf" srcId="{5510307C-71F8-40F8-8242-58A95273FBC4}" destId="{FF178900-BD9F-4D2F-8522-9A25754D118B}" srcOrd="0" destOrd="0" presId="urn:microsoft.com/office/officeart/2005/8/layout/vList2"/>
    <dgm:cxn modelId="{623009D0-CECD-48E7-AB78-6159DA2086DB}" type="presParOf" srcId="{A9A2A853-102E-4DA9-8E97-D08C106908E0}" destId="{FF178900-BD9F-4D2F-8522-9A25754D118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9319A9D-F897-4A30-A28C-EB41C01DE73E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DF4F2C-298E-450A-87BB-8E051F632E2B}">
      <dgm:prSet/>
      <dgm:spPr/>
      <dgm:t>
        <a:bodyPr/>
        <a:lstStyle/>
        <a:p>
          <a:pPr rtl="0"/>
          <a:r>
            <a:rPr lang="en-US" b="0" i="0" baseline="0" dirty="0"/>
            <a:t>Open to all – Equal  opportunity </a:t>
          </a:r>
          <a:endParaRPr lang="en-US" dirty="0"/>
        </a:p>
      </dgm:t>
    </dgm:pt>
    <dgm:pt modelId="{875F58A7-31E2-41C2-AC9A-CCCEE61422EF}" type="parTrans" cxnId="{C623EA10-D817-4E5D-9419-1CDA18D7CC3C}">
      <dgm:prSet/>
      <dgm:spPr/>
      <dgm:t>
        <a:bodyPr/>
        <a:lstStyle/>
        <a:p>
          <a:endParaRPr lang="en-US"/>
        </a:p>
      </dgm:t>
    </dgm:pt>
    <dgm:pt modelId="{8C912124-71CF-4432-912B-CEFB3FD460F0}" type="sibTrans" cxnId="{C623EA10-D817-4E5D-9419-1CDA18D7CC3C}">
      <dgm:prSet/>
      <dgm:spPr/>
      <dgm:t>
        <a:bodyPr/>
        <a:lstStyle/>
        <a:p>
          <a:endParaRPr lang="en-US"/>
        </a:p>
      </dgm:t>
    </dgm:pt>
    <dgm:pt modelId="{D4765E3D-9F44-4EDD-AC3B-8CE60B67B1E1}" type="pres">
      <dgm:prSet presAssocID="{A9319A9D-F897-4A30-A28C-EB41C01DE73E}" presName="linear" presStyleCnt="0">
        <dgm:presLayoutVars>
          <dgm:animLvl val="lvl"/>
          <dgm:resizeHandles val="exact"/>
        </dgm:presLayoutVars>
      </dgm:prSet>
      <dgm:spPr/>
    </dgm:pt>
    <dgm:pt modelId="{150D4F06-1DAA-4EA1-9354-1C091B2120AA}" type="pres">
      <dgm:prSet presAssocID="{17DF4F2C-298E-450A-87BB-8E051F632E2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623EA10-D817-4E5D-9419-1CDA18D7CC3C}" srcId="{A9319A9D-F897-4A30-A28C-EB41C01DE73E}" destId="{17DF4F2C-298E-450A-87BB-8E051F632E2B}" srcOrd="0" destOrd="0" parTransId="{875F58A7-31E2-41C2-AC9A-CCCEE61422EF}" sibTransId="{8C912124-71CF-4432-912B-CEFB3FD460F0}"/>
    <dgm:cxn modelId="{E8775568-38BC-407B-98DA-764BC2345787}" type="presOf" srcId="{17DF4F2C-298E-450A-87BB-8E051F632E2B}" destId="{150D4F06-1DAA-4EA1-9354-1C091B2120AA}" srcOrd="0" destOrd="0" presId="urn:microsoft.com/office/officeart/2005/8/layout/vList2"/>
    <dgm:cxn modelId="{29125FBF-4ED2-4C18-98E9-36A5DB9CF4BA}" type="presOf" srcId="{A9319A9D-F897-4A30-A28C-EB41C01DE73E}" destId="{D4765E3D-9F44-4EDD-AC3B-8CE60B67B1E1}" srcOrd="0" destOrd="0" presId="urn:microsoft.com/office/officeart/2005/8/layout/vList2"/>
    <dgm:cxn modelId="{E09816FF-3471-4070-9C0B-D3ED38949DE7}" type="presParOf" srcId="{D4765E3D-9F44-4EDD-AC3B-8CE60B67B1E1}" destId="{150D4F06-1DAA-4EA1-9354-1C091B2120A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0830ABF-96DC-4A91-9CB3-758ECD235C2B}" type="doc">
      <dgm:prSet loTypeId="urn:microsoft.com/office/officeart/2005/8/layout/hProcess3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9A0084-3DF9-498C-998B-FE53647B932D}">
      <dgm:prSet/>
      <dgm:spPr/>
      <dgm:t>
        <a:bodyPr/>
        <a:lstStyle/>
        <a:p>
          <a:pPr rtl="0"/>
          <a:r>
            <a:rPr lang="en-US" b="0" i="0" baseline="0" dirty="0"/>
            <a:t>Create open forums </a:t>
          </a:r>
          <a:endParaRPr lang="en-US" dirty="0"/>
        </a:p>
      </dgm:t>
    </dgm:pt>
    <dgm:pt modelId="{327D276F-04E2-4541-8CC1-7D7931AF0C12}" type="parTrans" cxnId="{0D1E1219-FBED-442A-9F6F-940CD807877D}">
      <dgm:prSet/>
      <dgm:spPr/>
      <dgm:t>
        <a:bodyPr/>
        <a:lstStyle/>
        <a:p>
          <a:endParaRPr lang="en-US"/>
        </a:p>
      </dgm:t>
    </dgm:pt>
    <dgm:pt modelId="{2BCE490B-D1E3-4109-8004-009DC50AE946}" type="sibTrans" cxnId="{0D1E1219-FBED-442A-9F6F-940CD807877D}">
      <dgm:prSet/>
      <dgm:spPr/>
      <dgm:t>
        <a:bodyPr/>
        <a:lstStyle/>
        <a:p>
          <a:endParaRPr lang="en-US"/>
        </a:p>
      </dgm:t>
    </dgm:pt>
    <dgm:pt modelId="{FC6DD99E-EDDE-4D1E-B067-1A2B97ED10AF}">
      <dgm:prSet/>
      <dgm:spPr/>
      <dgm:t>
        <a:bodyPr/>
        <a:lstStyle/>
        <a:p>
          <a:pPr rtl="0"/>
          <a:r>
            <a:rPr lang="en-US" b="0" i="0" baseline="0" dirty="0"/>
            <a:t>To raise issues, upgrades, enhancements </a:t>
          </a:r>
          <a:endParaRPr lang="en-US" dirty="0"/>
        </a:p>
      </dgm:t>
    </dgm:pt>
    <dgm:pt modelId="{CD667D5E-CA24-4EAF-82BA-1B00E35B3895}" type="parTrans" cxnId="{451707BD-0D0C-42C6-BCDE-8B5AAFA74200}">
      <dgm:prSet/>
      <dgm:spPr/>
      <dgm:t>
        <a:bodyPr/>
        <a:lstStyle/>
        <a:p>
          <a:endParaRPr lang="en-US"/>
        </a:p>
      </dgm:t>
    </dgm:pt>
    <dgm:pt modelId="{2D77F62D-B378-4982-A1D9-082AC5FEFB36}" type="sibTrans" cxnId="{451707BD-0D0C-42C6-BCDE-8B5AAFA74200}">
      <dgm:prSet/>
      <dgm:spPr/>
      <dgm:t>
        <a:bodyPr/>
        <a:lstStyle/>
        <a:p>
          <a:endParaRPr lang="en-US"/>
        </a:p>
      </dgm:t>
    </dgm:pt>
    <dgm:pt modelId="{5A2A1F7B-D320-4DD8-9B5E-FC86837440F3}">
      <dgm:prSet/>
      <dgm:spPr/>
      <dgm:t>
        <a:bodyPr/>
        <a:lstStyle/>
        <a:p>
          <a:pPr rtl="0"/>
          <a:r>
            <a:rPr lang="en-US" b="0" i="0" baseline="0" dirty="0"/>
            <a:t>Add and consider thoughts from </a:t>
          </a:r>
          <a:r>
            <a:rPr lang="en-US" b="0" i="0" baseline="0" dirty="0" err="1"/>
            <a:t>Samaj</a:t>
          </a:r>
          <a:r>
            <a:rPr lang="en-US" b="0" i="0" baseline="0" dirty="0"/>
            <a:t> on our future growth</a:t>
          </a:r>
          <a:endParaRPr lang="en-US" dirty="0"/>
        </a:p>
      </dgm:t>
    </dgm:pt>
    <dgm:pt modelId="{984535C4-B49A-40CB-A02D-E553475AEBD2}" type="parTrans" cxnId="{1727726E-4090-4EE8-928A-6CBB1E5169C0}">
      <dgm:prSet/>
      <dgm:spPr/>
      <dgm:t>
        <a:bodyPr/>
        <a:lstStyle/>
        <a:p>
          <a:endParaRPr lang="en-US"/>
        </a:p>
      </dgm:t>
    </dgm:pt>
    <dgm:pt modelId="{D8442091-9CE5-4911-ACAE-51E59CEF9FE1}" type="sibTrans" cxnId="{1727726E-4090-4EE8-928A-6CBB1E5169C0}">
      <dgm:prSet/>
      <dgm:spPr/>
      <dgm:t>
        <a:bodyPr/>
        <a:lstStyle/>
        <a:p>
          <a:endParaRPr lang="en-US"/>
        </a:p>
      </dgm:t>
    </dgm:pt>
    <dgm:pt modelId="{C6BDD593-ABD8-49D5-BE7C-36C93555B3DD}">
      <dgm:prSet/>
      <dgm:spPr/>
      <dgm:t>
        <a:bodyPr/>
        <a:lstStyle/>
        <a:p>
          <a:pPr rtl="0"/>
          <a:r>
            <a:rPr lang="en-US" b="0" i="0" baseline="0" dirty="0"/>
            <a:t>Add events calendar to web site for all events </a:t>
          </a:r>
          <a:endParaRPr lang="en-US" dirty="0"/>
        </a:p>
      </dgm:t>
    </dgm:pt>
    <dgm:pt modelId="{35A463EC-99B6-4A15-9B07-1DB9A0F00E8B}" type="parTrans" cxnId="{21829E8D-9317-4337-A9C4-68834DFFEDEB}">
      <dgm:prSet/>
      <dgm:spPr/>
      <dgm:t>
        <a:bodyPr/>
        <a:lstStyle/>
        <a:p>
          <a:endParaRPr lang="en-US"/>
        </a:p>
      </dgm:t>
    </dgm:pt>
    <dgm:pt modelId="{860ADF85-E179-4058-A13C-8C716F9E9602}" type="sibTrans" cxnId="{21829E8D-9317-4337-A9C4-68834DFFEDEB}">
      <dgm:prSet/>
      <dgm:spPr/>
      <dgm:t>
        <a:bodyPr/>
        <a:lstStyle/>
        <a:p>
          <a:endParaRPr lang="en-US"/>
        </a:p>
      </dgm:t>
    </dgm:pt>
    <dgm:pt modelId="{2E9A1C9B-9D82-4FD7-83A4-4B74BD537D27}">
      <dgm:prSet/>
      <dgm:spPr/>
      <dgm:t>
        <a:bodyPr/>
        <a:lstStyle/>
        <a:p>
          <a:pPr rtl="0"/>
          <a:r>
            <a:rPr lang="en-US" b="0" i="0" baseline="0" dirty="0"/>
            <a:t>If any one want to contribute with money or man power we will show our ready ness</a:t>
          </a:r>
          <a:endParaRPr lang="en-US" dirty="0"/>
        </a:p>
      </dgm:t>
    </dgm:pt>
    <dgm:pt modelId="{9155B245-FA57-41D3-914D-978AFD2CB936}" type="parTrans" cxnId="{77C5EEED-C823-4DAE-882E-5AD6E22F74F7}">
      <dgm:prSet/>
      <dgm:spPr/>
      <dgm:t>
        <a:bodyPr/>
        <a:lstStyle/>
        <a:p>
          <a:endParaRPr lang="en-US"/>
        </a:p>
      </dgm:t>
    </dgm:pt>
    <dgm:pt modelId="{F5CDDD68-884A-4754-AD79-E42DD1ACEA0D}" type="sibTrans" cxnId="{77C5EEED-C823-4DAE-882E-5AD6E22F74F7}">
      <dgm:prSet/>
      <dgm:spPr/>
      <dgm:t>
        <a:bodyPr/>
        <a:lstStyle/>
        <a:p>
          <a:endParaRPr lang="en-US"/>
        </a:p>
      </dgm:t>
    </dgm:pt>
    <dgm:pt modelId="{97889568-FFBA-4C96-B122-015E24E07E71}" type="pres">
      <dgm:prSet presAssocID="{30830ABF-96DC-4A91-9CB3-758ECD235C2B}" presName="Name0" presStyleCnt="0">
        <dgm:presLayoutVars>
          <dgm:dir/>
          <dgm:animLvl val="lvl"/>
          <dgm:resizeHandles val="exact"/>
        </dgm:presLayoutVars>
      </dgm:prSet>
      <dgm:spPr/>
    </dgm:pt>
    <dgm:pt modelId="{3676C41B-D98B-4BED-89B1-1B1412C2100C}" type="pres">
      <dgm:prSet presAssocID="{30830ABF-96DC-4A91-9CB3-758ECD235C2B}" presName="dummy" presStyleCnt="0"/>
      <dgm:spPr/>
    </dgm:pt>
    <dgm:pt modelId="{8A0934E8-A2D0-4665-BF1C-51B8621F8875}" type="pres">
      <dgm:prSet presAssocID="{30830ABF-96DC-4A91-9CB3-758ECD235C2B}" presName="linH" presStyleCnt="0"/>
      <dgm:spPr/>
    </dgm:pt>
    <dgm:pt modelId="{F4BAEF30-9F40-46FC-8ABD-1009A69F727E}" type="pres">
      <dgm:prSet presAssocID="{30830ABF-96DC-4A91-9CB3-758ECD235C2B}" presName="padding1" presStyleCnt="0"/>
      <dgm:spPr/>
    </dgm:pt>
    <dgm:pt modelId="{46C8C3E1-CA07-4550-98EA-948CEA22DB47}" type="pres">
      <dgm:prSet presAssocID="{059A0084-3DF9-498C-998B-FE53647B932D}" presName="linV" presStyleCnt="0"/>
      <dgm:spPr/>
    </dgm:pt>
    <dgm:pt modelId="{2837D997-AEE9-4DEB-BB94-B1A5BB824ED1}" type="pres">
      <dgm:prSet presAssocID="{059A0084-3DF9-498C-998B-FE53647B932D}" presName="spVertical1" presStyleCnt="0"/>
      <dgm:spPr/>
    </dgm:pt>
    <dgm:pt modelId="{2BC887B7-3A10-4BED-B103-44E6B401A6A5}" type="pres">
      <dgm:prSet presAssocID="{059A0084-3DF9-498C-998B-FE53647B932D}" presName="parTx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C9FD480F-3129-48E7-9D23-85D52C08719F}" type="pres">
      <dgm:prSet presAssocID="{059A0084-3DF9-498C-998B-FE53647B932D}" presName="spVertical2" presStyleCnt="0"/>
      <dgm:spPr/>
    </dgm:pt>
    <dgm:pt modelId="{CC0EEA65-FE3F-48D2-A6CE-24B6C06E4BB7}" type="pres">
      <dgm:prSet presAssocID="{059A0084-3DF9-498C-998B-FE53647B932D}" presName="spVertical3" presStyleCnt="0"/>
      <dgm:spPr/>
    </dgm:pt>
    <dgm:pt modelId="{EA0D8B38-34C0-4EA2-8EAD-326B37624704}" type="pres">
      <dgm:prSet presAssocID="{059A0084-3DF9-498C-998B-FE53647B932D}" presName="desTx" presStyleLbl="revTx" presStyleIdx="1" presStyleCnt="2" custScaleX="108389">
        <dgm:presLayoutVars>
          <dgm:bulletEnabled val="1"/>
        </dgm:presLayoutVars>
      </dgm:prSet>
      <dgm:spPr/>
    </dgm:pt>
    <dgm:pt modelId="{461DDA69-F3C2-498B-A2B9-3F4AE7AF16C2}" type="pres">
      <dgm:prSet presAssocID="{30830ABF-96DC-4A91-9CB3-758ECD235C2B}" presName="padding2" presStyleCnt="0"/>
      <dgm:spPr/>
    </dgm:pt>
    <dgm:pt modelId="{311EA056-1CA0-4393-86DE-D8D1F123B2FC}" type="pres">
      <dgm:prSet presAssocID="{30830ABF-96DC-4A91-9CB3-758ECD235C2B}" presName="negArrow" presStyleCnt="0"/>
      <dgm:spPr/>
    </dgm:pt>
    <dgm:pt modelId="{B315A87B-1B90-4CF9-9DA2-DD3B45C32BCA}" type="pres">
      <dgm:prSet presAssocID="{30830ABF-96DC-4A91-9CB3-758ECD235C2B}" presName="backgroundArrow" presStyleLbl="node1" presStyleIdx="0" presStyleCnt="1"/>
      <dgm:spPr/>
    </dgm:pt>
  </dgm:ptLst>
  <dgm:cxnLst>
    <dgm:cxn modelId="{0D1E1219-FBED-442A-9F6F-940CD807877D}" srcId="{30830ABF-96DC-4A91-9CB3-758ECD235C2B}" destId="{059A0084-3DF9-498C-998B-FE53647B932D}" srcOrd="0" destOrd="0" parTransId="{327D276F-04E2-4541-8CC1-7D7931AF0C12}" sibTransId="{2BCE490B-D1E3-4109-8004-009DC50AE946}"/>
    <dgm:cxn modelId="{6A31551A-C55D-4C2D-979C-6F93C9D17680}" type="presOf" srcId="{5A2A1F7B-D320-4DD8-9B5E-FC86837440F3}" destId="{EA0D8B38-34C0-4EA2-8EAD-326B37624704}" srcOrd="0" destOrd="1" presId="urn:microsoft.com/office/officeart/2005/8/layout/hProcess3"/>
    <dgm:cxn modelId="{B3D8256B-69A9-431D-9B3F-C6BDFB9A805D}" type="presOf" srcId="{2E9A1C9B-9D82-4FD7-83A4-4B74BD537D27}" destId="{EA0D8B38-34C0-4EA2-8EAD-326B37624704}" srcOrd="0" destOrd="3" presId="urn:microsoft.com/office/officeart/2005/8/layout/hProcess3"/>
    <dgm:cxn modelId="{1727726E-4090-4EE8-928A-6CBB1E5169C0}" srcId="{059A0084-3DF9-498C-998B-FE53647B932D}" destId="{5A2A1F7B-D320-4DD8-9B5E-FC86837440F3}" srcOrd="1" destOrd="0" parTransId="{984535C4-B49A-40CB-A02D-E553475AEBD2}" sibTransId="{D8442091-9CE5-4911-ACAE-51E59CEF9FE1}"/>
    <dgm:cxn modelId="{21829E8D-9317-4337-A9C4-68834DFFEDEB}" srcId="{059A0084-3DF9-498C-998B-FE53647B932D}" destId="{C6BDD593-ABD8-49D5-BE7C-36C93555B3DD}" srcOrd="2" destOrd="0" parTransId="{35A463EC-99B6-4A15-9B07-1DB9A0F00E8B}" sibTransId="{860ADF85-E179-4058-A13C-8C716F9E9602}"/>
    <dgm:cxn modelId="{131104AB-2308-46EA-9D1C-37F51DFC2A32}" type="presOf" srcId="{059A0084-3DF9-498C-998B-FE53647B932D}" destId="{2BC887B7-3A10-4BED-B103-44E6B401A6A5}" srcOrd="0" destOrd="0" presId="urn:microsoft.com/office/officeart/2005/8/layout/hProcess3"/>
    <dgm:cxn modelId="{FF2741AB-9A14-4DD3-B795-792E7C3777C0}" type="presOf" srcId="{30830ABF-96DC-4A91-9CB3-758ECD235C2B}" destId="{97889568-FFBA-4C96-B122-015E24E07E71}" srcOrd="0" destOrd="0" presId="urn:microsoft.com/office/officeart/2005/8/layout/hProcess3"/>
    <dgm:cxn modelId="{451707BD-0D0C-42C6-BCDE-8B5AAFA74200}" srcId="{059A0084-3DF9-498C-998B-FE53647B932D}" destId="{FC6DD99E-EDDE-4D1E-B067-1A2B97ED10AF}" srcOrd="0" destOrd="0" parTransId="{CD667D5E-CA24-4EAF-82BA-1B00E35B3895}" sibTransId="{2D77F62D-B378-4982-A1D9-082AC5FEFB36}"/>
    <dgm:cxn modelId="{77C5EEED-C823-4DAE-882E-5AD6E22F74F7}" srcId="{059A0084-3DF9-498C-998B-FE53647B932D}" destId="{2E9A1C9B-9D82-4FD7-83A4-4B74BD537D27}" srcOrd="3" destOrd="0" parTransId="{9155B245-FA57-41D3-914D-978AFD2CB936}" sibTransId="{F5CDDD68-884A-4754-AD79-E42DD1ACEA0D}"/>
    <dgm:cxn modelId="{AEFD5EEE-EF86-4E1A-BAD4-7CE010796F53}" type="presOf" srcId="{FC6DD99E-EDDE-4D1E-B067-1A2B97ED10AF}" destId="{EA0D8B38-34C0-4EA2-8EAD-326B37624704}" srcOrd="0" destOrd="0" presId="urn:microsoft.com/office/officeart/2005/8/layout/hProcess3"/>
    <dgm:cxn modelId="{88F170F6-F3F1-4B30-8F5C-4A6E6DE97FB2}" type="presOf" srcId="{C6BDD593-ABD8-49D5-BE7C-36C93555B3DD}" destId="{EA0D8B38-34C0-4EA2-8EAD-326B37624704}" srcOrd="0" destOrd="2" presId="urn:microsoft.com/office/officeart/2005/8/layout/hProcess3"/>
    <dgm:cxn modelId="{72002B19-6D2D-4F6A-A368-05DDFD27EAA4}" type="presParOf" srcId="{97889568-FFBA-4C96-B122-015E24E07E71}" destId="{3676C41B-D98B-4BED-89B1-1B1412C2100C}" srcOrd="0" destOrd="0" presId="urn:microsoft.com/office/officeart/2005/8/layout/hProcess3"/>
    <dgm:cxn modelId="{25019B74-29E3-45D3-B9DF-81F7C5221FE2}" type="presParOf" srcId="{97889568-FFBA-4C96-B122-015E24E07E71}" destId="{8A0934E8-A2D0-4665-BF1C-51B8621F8875}" srcOrd="1" destOrd="0" presId="urn:microsoft.com/office/officeart/2005/8/layout/hProcess3"/>
    <dgm:cxn modelId="{B9FF9AC3-9C01-48DA-8F1E-4C7D4D82D2EF}" type="presParOf" srcId="{8A0934E8-A2D0-4665-BF1C-51B8621F8875}" destId="{F4BAEF30-9F40-46FC-8ABD-1009A69F727E}" srcOrd="0" destOrd="0" presId="urn:microsoft.com/office/officeart/2005/8/layout/hProcess3"/>
    <dgm:cxn modelId="{2D28AA63-BDD1-4645-A4B7-FCEFA95BC299}" type="presParOf" srcId="{8A0934E8-A2D0-4665-BF1C-51B8621F8875}" destId="{46C8C3E1-CA07-4550-98EA-948CEA22DB47}" srcOrd="1" destOrd="0" presId="urn:microsoft.com/office/officeart/2005/8/layout/hProcess3"/>
    <dgm:cxn modelId="{D1B761AF-BC71-4FE2-AE0E-9C5FDFAB5712}" type="presParOf" srcId="{46C8C3E1-CA07-4550-98EA-948CEA22DB47}" destId="{2837D997-AEE9-4DEB-BB94-B1A5BB824ED1}" srcOrd="0" destOrd="0" presId="urn:microsoft.com/office/officeart/2005/8/layout/hProcess3"/>
    <dgm:cxn modelId="{AC1BB749-D848-4482-9321-3DCB049AE5E5}" type="presParOf" srcId="{46C8C3E1-CA07-4550-98EA-948CEA22DB47}" destId="{2BC887B7-3A10-4BED-B103-44E6B401A6A5}" srcOrd="1" destOrd="0" presId="urn:microsoft.com/office/officeart/2005/8/layout/hProcess3"/>
    <dgm:cxn modelId="{C6B0D952-68AF-466F-A3B9-2889D25AC194}" type="presParOf" srcId="{46C8C3E1-CA07-4550-98EA-948CEA22DB47}" destId="{C9FD480F-3129-48E7-9D23-85D52C08719F}" srcOrd="2" destOrd="0" presId="urn:microsoft.com/office/officeart/2005/8/layout/hProcess3"/>
    <dgm:cxn modelId="{5ADFD434-1F2C-4E74-8F96-F37DFE15D511}" type="presParOf" srcId="{46C8C3E1-CA07-4550-98EA-948CEA22DB47}" destId="{CC0EEA65-FE3F-48D2-A6CE-24B6C06E4BB7}" srcOrd="3" destOrd="0" presId="urn:microsoft.com/office/officeart/2005/8/layout/hProcess3"/>
    <dgm:cxn modelId="{92901552-063E-44CE-BE86-C067E586EC10}" type="presParOf" srcId="{46C8C3E1-CA07-4550-98EA-948CEA22DB47}" destId="{EA0D8B38-34C0-4EA2-8EAD-326B37624704}" srcOrd="4" destOrd="0" presId="urn:microsoft.com/office/officeart/2005/8/layout/hProcess3"/>
    <dgm:cxn modelId="{0AABB1B3-17A6-4812-BC19-179155ED8190}" type="presParOf" srcId="{8A0934E8-A2D0-4665-BF1C-51B8621F8875}" destId="{461DDA69-F3C2-498B-A2B9-3F4AE7AF16C2}" srcOrd="2" destOrd="0" presId="urn:microsoft.com/office/officeart/2005/8/layout/hProcess3"/>
    <dgm:cxn modelId="{BA41C778-59FF-4D6C-88D3-673588CCC818}" type="presParOf" srcId="{8A0934E8-A2D0-4665-BF1C-51B8621F8875}" destId="{311EA056-1CA0-4393-86DE-D8D1F123B2FC}" srcOrd="3" destOrd="0" presId="urn:microsoft.com/office/officeart/2005/8/layout/hProcess3"/>
    <dgm:cxn modelId="{0D1EDA9F-8C68-40E1-AD47-E4F99FE83053}" type="presParOf" srcId="{8A0934E8-A2D0-4665-BF1C-51B8621F8875}" destId="{B315A87B-1B90-4CF9-9DA2-DD3B45C32BCA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79461BF8-E916-490C-9948-35BA9163FE83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174ABC-F0AD-48EE-9A18-F5F0445CFD88}">
      <dgm:prSet/>
      <dgm:spPr/>
      <dgm:t>
        <a:bodyPr/>
        <a:lstStyle/>
        <a:p>
          <a:pPr rtl="0"/>
          <a:r>
            <a:rPr lang="en-US" b="0" i="0" baseline="0"/>
            <a:t>                              Funds</a:t>
          </a:r>
          <a:endParaRPr lang="en-US" dirty="0"/>
        </a:p>
      </dgm:t>
    </dgm:pt>
    <dgm:pt modelId="{75AA4C9E-A6D9-4B8B-99AA-9B03642A817A}" type="parTrans" cxnId="{43F10C97-4E53-42A0-8E6A-9A6EE9E97A84}">
      <dgm:prSet/>
      <dgm:spPr/>
      <dgm:t>
        <a:bodyPr/>
        <a:lstStyle/>
        <a:p>
          <a:endParaRPr lang="en-US"/>
        </a:p>
      </dgm:t>
    </dgm:pt>
    <dgm:pt modelId="{0C07032F-FB4A-444E-A205-142E5900B6E8}" type="sibTrans" cxnId="{43F10C97-4E53-42A0-8E6A-9A6EE9E97A84}">
      <dgm:prSet/>
      <dgm:spPr/>
      <dgm:t>
        <a:bodyPr/>
        <a:lstStyle/>
        <a:p>
          <a:endParaRPr lang="en-US"/>
        </a:p>
      </dgm:t>
    </dgm:pt>
    <dgm:pt modelId="{DDB11324-1F46-42CE-A3A6-7F64983FB42F}" type="pres">
      <dgm:prSet presAssocID="{79461BF8-E916-490C-9948-35BA9163FE83}" presName="linear" presStyleCnt="0">
        <dgm:presLayoutVars>
          <dgm:animLvl val="lvl"/>
          <dgm:resizeHandles val="exact"/>
        </dgm:presLayoutVars>
      </dgm:prSet>
      <dgm:spPr/>
    </dgm:pt>
    <dgm:pt modelId="{D7F0B9DA-D1FD-40E5-827F-F3B8B681ACBA}" type="pres">
      <dgm:prSet presAssocID="{C5174ABC-F0AD-48EE-9A18-F5F0445CFD8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1451A6E-B48C-42B9-BE35-F091585936BE}" type="presOf" srcId="{79461BF8-E916-490C-9948-35BA9163FE83}" destId="{DDB11324-1F46-42CE-A3A6-7F64983FB42F}" srcOrd="0" destOrd="0" presId="urn:microsoft.com/office/officeart/2005/8/layout/vList2"/>
    <dgm:cxn modelId="{57D18092-05DB-4C29-82FE-6CA0DCB91D0D}" type="presOf" srcId="{C5174ABC-F0AD-48EE-9A18-F5F0445CFD88}" destId="{D7F0B9DA-D1FD-40E5-827F-F3B8B681ACBA}" srcOrd="0" destOrd="0" presId="urn:microsoft.com/office/officeart/2005/8/layout/vList2"/>
    <dgm:cxn modelId="{43F10C97-4E53-42A0-8E6A-9A6EE9E97A84}" srcId="{79461BF8-E916-490C-9948-35BA9163FE83}" destId="{C5174ABC-F0AD-48EE-9A18-F5F0445CFD88}" srcOrd="0" destOrd="0" parTransId="{75AA4C9E-A6D9-4B8B-99AA-9B03642A817A}" sibTransId="{0C07032F-FB4A-444E-A205-142E5900B6E8}"/>
    <dgm:cxn modelId="{858751BC-E803-40B1-AC5E-93D3C0877C2D}" type="presParOf" srcId="{DDB11324-1F46-42CE-A3A6-7F64983FB42F}" destId="{D7F0B9DA-D1FD-40E5-827F-F3B8B681ACB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01723-384D-47B3-9FF7-B889578DABEE}">
      <dsp:nvSpPr>
        <dsp:cNvPr id="0" name=""/>
        <dsp:cNvSpPr/>
      </dsp:nvSpPr>
      <dsp:spPr>
        <a:xfrm>
          <a:off x="0" y="7852"/>
          <a:ext cx="8229600" cy="11272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Lad </a:t>
          </a:r>
          <a:r>
            <a:rPr lang="en-US" sz="4700" kern="1200" dirty="0" err="1"/>
            <a:t>Wani</a:t>
          </a:r>
          <a:endParaRPr lang="en-US" sz="4700" kern="1200"/>
        </a:p>
      </dsp:txBody>
      <dsp:txXfrm>
        <a:off x="55030" y="62882"/>
        <a:ext cx="8119540" cy="10172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231FC9-7B40-4993-B20F-EFCDCECAC1DE}">
      <dsp:nvSpPr>
        <dsp:cNvPr id="0" name=""/>
        <dsp:cNvSpPr/>
      </dsp:nvSpPr>
      <dsp:spPr>
        <a:xfrm>
          <a:off x="76192" y="950"/>
          <a:ext cx="7315214" cy="17502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30" tIns="31115" rIns="0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A project to enable our </a:t>
          </a:r>
          <a:r>
            <a:rPr lang="en-US" sz="4900" kern="1200" dirty="0" err="1"/>
            <a:t>Samaj</a:t>
          </a:r>
          <a:r>
            <a:rPr lang="en-US" sz="4900" kern="1200" dirty="0"/>
            <a:t> for  growth</a:t>
          </a:r>
        </a:p>
      </dsp:txBody>
      <dsp:txXfrm>
        <a:off x="951301" y="950"/>
        <a:ext cx="5564996" cy="17502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6B211-5019-4BEA-8023-120E7205BE04}">
      <dsp:nvSpPr>
        <dsp:cNvPr id="0" name=""/>
        <dsp:cNvSpPr/>
      </dsp:nvSpPr>
      <dsp:spPr>
        <a:xfrm>
          <a:off x="1364037" y="558"/>
          <a:ext cx="5501525" cy="9097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23495" rIns="0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Current Status </a:t>
          </a:r>
        </a:p>
      </dsp:txBody>
      <dsp:txXfrm>
        <a:off x="1818915" y="558"/>
        <a:ext cx="4591769" cy="909756"/>
      </dsp:txXfrm>
    </dsp:sp>
    <dsp:sp modelId="{63D1E4F7-AF0A-4C65-8820-A8F2232E5B3E}">
      <dsp:nvSpPr>
        <dsp:cNvPr id="0" name=""/>
        <dsp:cNvSpPr/>
      </dsp:nvSpPr>
      <dsp:spPr>
        <a:xfrm>
          <a:off x="1364037" y="1037680"/>
          <a:ext cx="5501525" cy="9097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23495" rIns="0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What is required</a:t>
          </a:r>
        </a:p>
      </dsp:txBody>
      <dsp:txXfrm>
        <a:off x="1818915" y="1037680"/>
        <a:ext cx="4591769" cy="909756"/>
      </dsp:txXfrm>
    </dsp:sp>
    <dsp:sp modelId="{9E42519C-892F-4D96-983E-C68B0B2D3C91}">
      <dsp:nvSpPr>
        <dsp:cNvPr id="0" name=""/>
        <dsp:cNvSpPr/>
      </dsp:nvSpPr>
      <dsp:spPr>
        <a:xfrm>
          <a:off x="1364037" y="2074803"/>
          <a:ext cx="5501525" cy="9097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23495" rIns="0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Benefits of this</a:t>
          </a:r>
        </a:p>
      </dsp:txBody>
      <dsp:txXfrm>
        <a:off x="1818915" y="2074803"/>
        <a:ext cx="4591769" cy="909756"/>
      </dsp:txXfrm>
    </dsp:sp>
    <dsp:sp modelId="{E918D96E-D27F-46A2-9495-39CCA79DE5FD}">
      <dsp:nvSpPr>
        <dsp:cNvPr id="0" name=""/>
        <dsp:cNvSpPr/>
      </dsp:nvSpPr>
      <dsp:spPr>
        <a:xfrm>
          <a:off x="1364037" y="3111925"/>
          <a:ext cx="5501525" cy="9097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23495" rIns="0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How to do this? </a:t>
          </a:r>
        </a:p>
      </dsp:txBody>
      <dsp:txXfrm>
        <a:off x="1818915" y="3111925"/>
        <a:ext cx="4591769" cy="909756"/>
      </dsp:txXfrm>
    </dsp:sp>
    <dsp:sp modelId="{02733346-ACDE-46FD-96C2-773138D8EB66}">
      <dsp:nvSpPr>
        <dsp:cNvPr id="0" name=""/>
        <dsp:cNvSpPr/>
      </dsp:nvSpPr>
      <dsp:spPr>
        <a:xfrm>
          <a:off x="1364037" y="4149048"/>
          <a:ext cx="5501525" cy="9097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23495" rIns="0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How we will raise funds </a:t>
          </a:r>
        </a:p>
      </dsp:txBody>
      <dsp:txXfrm>
        <a:off x="1818915" y="4149048"/>
        <a:ext cx="4591769" cy="9097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93F59-9A1A-4114-A383-8C0D0B40550A}">
      <dsp:nvSpPr>
        <dsp:cNvPr id="0" name=""/>
        <dsp:cNvSpPr/>
      </dsp:nvSpPr>
      <dsp:spPr>
        <a:xfrm>
          <a:off x="1512371" y="0"/>
          <a:ext cx="4525963" cy="4525963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C0DBAD-5B8A-4733-AAF7-CACF470C0353}">
      <dsp:nvSpPr>
        <dsp:cNvPr id="0" name=""/>
        <dsp:cNvSpPr/>
      </dsp:nvSpPr>
      <dsp:spPr>
        <a:xfrm>
          <a:off x="3775352" y="453038"/>
          <a:ext cx="2941875" cy="1608838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Do we have any road map for our cumulative growth?</a:t>
          </a:r>
        </a:p>
      </dsp:txBody>
      <dsp:txXfrm>
        <a:off x="3853889" y="531575"/>
        <a:ext cx="2784801" cy="1451764"/>
      </dsp:txXfrm>
    </dsp:sp>
    <dsp:sp modelId="{139084A1-0F97-4AE4-9807-1CDC0AB7931C}">
      <dsp:nvSpPr>
        <dsp:cNvPr id="0" name=""/>
        <dsp:cNvSpPr/>
      </dsp:nvSpPr>
      <dsp:spPr>
        <a:xfrm>
          <a:off x="3775352" y="2262981"/>
          <a:ext cx="2941875" cy="1608838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If we come together we curse each other and our Samaj</a:t>
          </a:r>
        </a:p>
      </dsp:txBody>
      <dsp:txXfrm>
        <a:off x="3853889" y="2341518"/>
        <a:ext cx="2784801" cy="14517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57D66C-5DC2-4363-A40E-81B2F3B1AEA4}">
      <dsp:nvSpPr>
        <dsp:cNvPr id="0" name=""/>
        <dsp:cNvSpPr/>
      </dsp:nvSpPr>
      <dsp:spPr>
        <a:xfrm>
          <a:off x="0" y="7672"/>
          <a:ext cx="8229240" cy="11272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i="0" kern="1200" baseline="0" dirty="0" err="1"/>
            <a:t>Ekatra</a:t>
          </a:r>
          <a:r>
            <a:rPr lang="en-US" sz="4700" b="0" i="0" kern="1200" baseline="0" dirty="0"/>
            <a:t> </a:t>
          </a:r>
          <a:r>
            <a:rPr lang="en-US" sz="4700" b="0" i="0" kern="1200" baseline="0" dirty="0" err="1"/>
            <a:t>ya</a:t>
          </a:r>
          <a:r>
            <a:rPr lang="en-US" sz="4700" b="0" i="0" kern="1200" baseline="0" dirty="0"/>
            <a:t>…. </a:t>
          </a:r>
          <a:endParaRPr lang="en-US" sz="4700" kern="1200" dirty="0"/>
        </a:p>
      </dsp:txBody>
      <dsp:txXfrm>
        <a:off x="55030" y="62702"/>
        <a:ext cx="8119180" cy="10172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5AE1E1-3CA2-4F03-9385-5105B6EFE73D}">
      <dsp:nvSpPr>
        <dsp:cNvPr id="0" name=""/>
        <dsp:cNvSpPr/>
      </dsp:nvSpPr>
      <dsp:spPr>
        <a:xfrm>
          <a:off x="0" y="0"/>
          <a:ext cx="4525560" cy="452556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89B850-B4EE-4787-BE1C-F3D4B8CB0D5A}">
      <dsp:nvSpPr>
        <dsp:cNvPr id="0" name=""/>
        <dsp:cNvSpPr/>
      </dsp:nvSpPr>
      <dsp:spPr>
        <a:xfrm>
          <a:off x="2262780" y="0"/>
          <a:ext cx="5966460" cy="452556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baseline="0" dirty="0" err="1"/>
            <a:t>Shivaji</a:t>
          </a:r>
          <a:r>
            <a:rPr lang="en-US" sz="3700" b="0" i="0" kern="1200" baseline="0" dirty="0"/>
            <a:t> has be born in my house</a:t>
          </a:r>
          <a:endParaRPr lang="en-US" sz="3700" kern="1200" dirty="0"/>
        </a:p>
      </dsp:txBody>
      <dsp:txXfrm>
        <a:off x="2262780" y="0"/>
        <a:ext cx="5966460" cy="1357670"/>
      </dsp:txXfrm>
    </dsp:sp>
    <dsp:sp modelId="{9D0BB005-4FDF-4730-A68E-98BAB248C2B3}">
      <dsp:nvSpPr>
        <dsp:cNvPr id="0" name=""/>
        <dsp:cNvSpPr/>
      </dsp:nvSpPr>
      <dsp:spPr>
        <a:xfrm>
          <a:off x="791974" y="1357670"/>
          <a:ext cx="2941611" cy="294161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1D859A-6507-48A7-87BF-B2523B959E14}">
      <dsp:nvSpPr>
        <dsp:cNvPr id="0" name=""/>
        <dsp:cNvSpPr/>
      </dsp:nvSpPr>
      <dsp:spPr>
        <a:xfrm>
          <a:off x="2262780" y="1357670"/>
          <a:ext cx="5966460" cy="294161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baseline="0" dirty="0"/>
            <a:t>Let us define a road map for development for our </a:t>
          </a:r>
          <a:r>
            <a:rPr lang="en-US" sz="3700" b="0" i="0" kern="1200" baseline="0" dirty="0" err="1"/>
            <a:t>Samaj</a:t>
          </a:r>
          <a:r>
            <a:rPr lang="en-US" sz="3700" b="0" i="0" kern="1200" baseline="0" dirty="0"/>
            <a:t> </a:t>
          </a:r>
          <a:endParaRPr lang="en-US" sz="3700" kern="1200" dirty="0"/>
        </a:p>
      </dsp:txBody>
      <dsp:txXfrm>
        <a:off x="2262780" y="1357670"/>
        <a:ext cx="5966460" cy="1357666"/>
      </dsp:txXfrm>
    </dsp:sp>
    <dsp:sp modelId="{F5F9D0A5-2064-4664-8E0E-1E051BBB16FA}">
      <dsp:nvSpPr>
        <dsp:cNvPr id="0" name=""/>
        <dsp:cNvSpPr/>
      </dsp:nvSpPr>
      <dsp:spPr>
        <a:xfrm>
          <a:off x="1583946" y="2715337"/>
          <a:ext cx="1357666" cy="135766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19687F-BE59-4FC3-B604-7F3644B3A314}">
      <dsp:nvSpPr>
        <dsp:cNvPr id="0" name=""/>
        <dsp:cNvSpPr/>
      </dsp:nvSpPr>
      <dsp:spPr>
        <a:xfrm>
          <a:off x="2262780" y="2715337"/>
          <a:ext cx="5966460" cy="135766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 baseline="0" dirty="0"/>
            <a:t>Let us do some action </a:t>
          </a:r>
          <a:endParaRPr lang="en-US" sz="3700" kern="1200" dirty="0"/>
        </a:p>
      </dsp:txBody>
      <dsp:txXfrm>
        <a:off x="2262780" y="2715337"/>
        <a:ext cx="5966460" cy="13576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8C1BE7-0618-4213-AC18-8F6382B60FD6}">
      <dsp:nvSpPr>
        <dsp:cNvPr id="0" name=""/>
        <dsp:cNvSpPr/>
      </dsp:nvSpPr>
      <dsp:spPr>
        <a:xfrm>
          <a:off x="0" y="7672"/>
          <a:ext cx="8229240" cy="11272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i="0" kern="1200" baseline="0" dirty="0"/>
            <a:t>Mala </a:t>
          </a:r>
          <a:r>
            <a:rPr lang="en-US" sz="4700" b="0" i="0" kern="1200" baseline="0" dirty="0" err="1"/>
            <a:t>kay</a:t>
          </a:r>
          <a:r>
            <a:rPr lang="en-US" sz="4700" b="0" i="0" kern="1200" baseline="0" dirty="0"/>
            <a:t> </a:t>
          </a:r>
          <a:r>
            <a:rPr lang="en-US" sz="4700" b="0" i="0" kern="1200" baseline="0" dirty="0" err="1"/>
            <a:t>bhetel</a:t>
          </a:r>
          <a:r>
            <a:rPr lang="en-US" sz="4700" b="0" i="0" kern="1200" baseline="0" dirty="0"/>
            <a:t> </a:t>
          </a:r>
          <a:endParaRPr lang="en-US" sz="4700" kern="1200" dirty="0"/>
        </a:p>
      </dsp:txBody>
      <dsp:txXfrm>
        <a:off x="55030" y="62702"/>
        <a:ext cx="8119180" cy="10172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144E63-D328-4BBD-BE15-E7C2B15001EC}">
      <dsp:nvSpPr>
        <dsp:cNvPr id="0" name=""/>
        <dsp:cNvSpPr/>
      </dsp:nvSpPr>
      <dsp:spPr>
        <a:xfrm>
          <a:off x="3994153" y="1071681"/>
          <a:ext cx="2486142" cy="248614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6821" tIns="31750" rIns="136821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Active group of helpful friends </a:t>
          </a:r>
          <a:endParaRPr lang="en-US" sz="2500" kern="1200" dirty="0"/>
        </a:p>
      </dsp:txBody>
      <dsp:txXfrm>
        <a:off x="4358240" y="1435768"/>
        <a:ext cx="1757968" cy="1757968"/>
      </dsp:txXfrm>
    </dsp:sp>
    <dsp:sp modelId="{52FBD5D0-E8A2-4CFD-8D1A-F736C1B9F511}">
      <dsp:nvSpPr>
        <dsp:cNvPr id="0" name=""/>
        <dsp:cNvSpPr/>
      </dsp:nvSpPr>
      <dsp:spPr>
        <a:xfrm>
          <a:off x="0" y="1149994"/>
          <a:ext cx="2486142" cy="248614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6821" tIns="31750" rIns="136821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Economical Growth </a:t>
          </a:r>
          <a:endParaRPr lang="en-US" sz="2500" kern="1200" dirty="0"/>
        </a:p>
      </dsp:txBody>
      <dsp:txXfrm>
        <a:off x="364087" y="1514081"/>
        <a:ext cx="1757968" cy="1757968"/>
      </dsp:txXfrm>
    </dsp:sp>
    <dsp:sp modelId="{B73A8020-03F7-49CF-83F8-291A8421FDE5}">
      <dsp:nvSpPr>
        <dsp:cNvPr id="0" name=""/>
        <dsp:cNvSpPr/>
      </dsp:nvSpPr>
      <dsp:spPr>
        <a:xfrm>
          <a:off x="2036241" y="1149994"/>
          <a:ext cx="2486142" cy="248614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6821" tIns="31750" rIns="136821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Social Growth</a:t>
          </a:r>
          <a:endParaRPr lang="en-US" sz="2500" kern="1200" dirty="0"/>
        </a:p>
      </dsp:txBody>
      <dsp:txXfrm>
        <a:off x="2400328" y="1514081"/>
        <a:ext cx="1757968" cy="1757968"/>
      </dsp:txXfrm>
    </dsp:sp>
    <dsp:sp modelId="{94CFFB2E-96FA-4EF1-A211-3C3DC430EBF8}">
      <dsp:nvSpPr>
        <dsp:cNvPr id="0" name=""/>
        <dsp:cNvSpPr/>
      </dsp:nvSpPr>
      <dsp:spPr>
        <a:xfrm>
          <a:off x="5971697" y="993367"/>
          <a:ext cx="2486142" cy="248614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6821" tIns="31750" rIns="136821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Our presence with power in society</a:t>
          </a:r>
          <a:endParaRPr lang="en-US" sz="2500" kern="1200" dirty="0"/>
        </a:p>
      </dsp:txBody>
      <dsp:txXfrm>
        <a:off x="6335784" y="1357454"/>
        <a:ext cx="1757968" cy="175796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52EE0-F922-4171-80DD-DED29B1C1C8B}">
      <dsp:nvSpPr>
        <dsp:cNvPr id="0" name=""/>
        <dsp:cNvSpPr/>
      </dsp:nvSpPr>
      <dsp:spPr>
        <a:xfrm>
          <a:off x="304802" y="0"/>
          <a:ext cx="7620333" cy="3382560"/>
        </a:xfrm>
        <a:prstGeom prst="rightArrow">
          <a:avLst/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A2E62639-B4E3-4A81-A923-3C623376EB1A}">
      <dsp:nvSpPr>
        <dsp:cNvPr id="0" name=""/>
        <dsp:cNvSpPr/>
      </dsp:nvSpPr>
      <dsp:spPr>
        <a:xfrm>
          <a:off x="761976" y="761996"/>
          <a:ext cx="6016088" cy="195143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Gather under one umbrella of LADWANI</a:t>
          </a:r>
          <a:endParaRPr lang="en-US" sz="2400" kern="1200" dirty="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baseline="0" dirty="0"/>
            <a:t>Create website and mobile app of our </a:t>
          </a:r>
          <a:r>
            <a:rPr lang="en-US" sz="1900" b="0" i="0" kern="1200" baseline="0" dirty="0" err="1"/>
            <a:t>Samaj</a:t>
          </a:r>
          <a:r>
            <a:rPr lang="en-US" sz="1900" b="0" i="0" kern="1200" baseline="0" dirty="0"/>
            <a:t> </a:t>
          </a:r>
          <a:endParaRPr lang="en-US" sz="1900" kern="1200" dirty="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baseline="0"/>
            <a:t>Create a centralize Samaj Mandal with tree structure </a:t>
          </a:r>
          <a:endParaRPr lang="en-US" sz="1900" kern="120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baseline="0" dirty="0"/>
            <a:t>Create a bridge between needs and resources </a:t>
          </a:r>
          <a:endParaRPr lang="en-US" sz="1900" kern="1200" dirty="0"/>
        </a:p>
      </dsp:txBody>
      <dsp:txXfrm>
        <a:off x="857237" y="857257"/>
        <a:ext cx="5825566" cy="176091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8C1BE7-0618-4213-AC18-8F6382B60FD6}">
      <dsp:nvSpPr>
        <dsp:cNvPr id="0" name=""/>
        <dsp:cNvSpPr/>
      </dsp:nvSpPr>
      <dsp:spPr>
        <a:xfrm>
          <a:off x="0" y="7672"/>
          <a:ext cx="8229240" cy="11272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What to do? </a:t>
          </a:r>
        </a:p>
      </dsp:txBody>
      <dsp:txXfrm>
        <a:off x="55030" y="62702"/>
        <a:ext cx="8119180" cy="101723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1A229-8BA9-456E-A229-43CBFD5D4059}">
      <dsp:nvSpPr>
        <dsp:cNvPr id="0" name=""/>
        <dsp:cNvSpPr/>
      </dsp:nvSpPr>
      <dsp:spPr>
        <a:xfrm>
          <a:off x="0" y="276401"/>
          <a:ext cx="822924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Collect and upload / update data</a:t>
          </a:r>
          <a:endParaRPr lang="en-US" sz="1900" kern="1200"/>
        </a:p>
      </dsp:txBody>
      <dsp:txXfrm>
        <a:off x="22246" y="298647"/>
        <a:ext cx="8184748" cy="411223"/>
      </dsp:txXfrm>
    </dsp:sp>
    <dsp:sp modelId="{E8A92380-8685-4CD4-BF92-B52BD164DEBD}">
      <dsp:nvSpPr>
        <dsp:cNvPr id="0" name=""/>
        <dsp:cNvSpPr/>
      </dsp:nvSpPr>
      <dsp:spPr>
        <a:xfrm>
          <a:off x="0" y="732116"/>
          <a:ext cx="8229240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78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/>
            <a:t>Through representatives </a:t>
          </a:r>
          <a:endParaRPr lang="en-US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/>
            <a:t>Self login and registration </a:t>
          </a:r>
          <a:endParaRPr lang="en-US" sz="1500" kern="1200"/>
        </a:p>
      </dsp:txBody>
      <dsp:txXfrm>
        <a:off x="0" y="732116"/>
        <a:ext cx="8229240" cy="521122"/>
      </dsp:txXfrm>
    </dsp:sp>
    <dsp:sp modelId="{2EA3DB1B-E063-4343-9B12-820EAC6DBB79}">
      <dsp:nvSpPr>
        <dsp:cNvPr id="0" name=""/>
        <dsp:cNvSpPr/>
      </dsp:nvSpPr>
      <dsp:spPr>
        <a:xfrm>
          <a:off x="0" y="1253238"/>
          <a:ext cx="822924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Create a web site with access control</a:t>
          </a:r>
          <a:endParaRPr lang="en-US" sz="1900" kern="1200"/>
        </a:p>
      </dsp:txBody>
      <dsp:txXfrm>
        <a:off x="22246" y="1275484"/>
        <a:ext cx="8184748" cy="411223"/>
      </dsp:txXfrm>
    </dsp:sp>
    <dsp:sp modelId="{3587EB6E-1153-4FE9-96D7-9AE55C8B7556}">
      <dsp:nvSpPr>
        <dsp:cNvPr id="0" name=""/>
        <dsp:cNvSpPr/>
      </dsp:nvSpPr>
      <dsp:spPr>
        <a:xfrm>
          <a:off x="0" y="1708953"/>
          <a:ext cx="8229240" cy="2084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78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/>
            <a:t>Multiple types of access  will be provided</a:t>
          </a:r>
          <a:endParaRPr lang="en-US" sz="1500" kern="1200"/>
        </a:p>
        <a:p>
          <a:pPr marL="228600" lvl="2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/>
            <a:t>General informative for everyone </a:t>
          </a:r>
          <a:endParaRPr lang="en-US" sz="1500" kern="1200"/>
        </a:p>
        <a:p>
          <a:pPr marL="228600" lvl="2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/>
            <a:t>For all Wani samaj authenticated people with some limited view to available data</a:t>
          </a:r>
          <a:endParaRPr lang="en-US" sz="1500" kern="1200"/>
        </a:p>
        <a:p>
          <a:pPr marL="228600" lvl="2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/>
            <a:t>Purpose base access like matrimony, business. </a:t>
          </a:r>
          <a:endParaRPr lang="en-US" sz="1500" kern="1200"/>
        </a:p>
        <a:p>
          <a:pPr marL="228600" lvl="2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/>
            <a:t>This will provide information to all about our samaj</a:t>
          </a:r>
          <a:endParaRPr lang="en-US" sz="1500" kern="1200"/>
        </a:p>
        <a:p>
          <a:pPr marL="228600" lvl="2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 dirty="0"/>
            <a:t>Each one will have his own access he need it</a:t>
          </a:r>
          <a:endParaRPr lang="en-US" sz="1500" kern="1200" dirty="0"/>
        </a:p>
        <a:p>
          <a:pPr marL="228600" lvl="2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 dirty="0"/>
            <a:t>One will have access to his family tree</a:t>
          </a:r>
          <a:endParaRPr lang="en-US" sz="1500" kern="1200" dirty="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/>
            <a:t>There will be few Administrators who will grant this access and monitor the access</a:t>
          </a:r>
          <a:endParaRPr lang="en-US" sz="1500" kern="1200"/>
        </a:p>
      </dsp:txBody>
      <dsp:txXfrm>
        <a:off x="0" y="1708953"/>
        <a:ext cx="8229240" cy="2084490"/>
      </dsp:txXfrm>
    </dsp:sp>
    <dsp:sp modelId="{B2479228-ECBB-41FA-903E-F4BFEAAF8598}">
      <dsp:nvSpPr>
        <dsp:cNvPr id="0" name=""/>
        <dsp:cNvSpPr/>
      </dsp:nvSpPr>
      <dsp:spPr>
        <a:xfrm>
          <a:off x="0" y="3793443"/>
          <a:ext cx="822924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for both ways we need to create a 4 eye access and approval or access to users</a:t>
          </a:r>
          <a:endParaRPr lang="en-US" sz="1900" kern="1200"/>
        </a:p>
      </dsp:txBody>
      <dsp:txXfrm>
        <a:off x="22246" y="3815689"/>
        <a:ext cx="8184748" cy="41122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178900-BD9F-4D2F-8522-9A25754D118B}">
      <dsp:nvSpPr>
        <dsp:cNvPr id="0" name=""/>
        <dsp:cNvSpPr/>
      </dsp:nvSpPr>
      <dsp:spPr>
        <a:xfrm>
          <a:off x="0" y="115605"/>
          <a:ext cx="845784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Selection procedure for Governing body</a:t>
          </a:r>
          <a:endParaRPr lang="en-US" sz="3800" kern="1200"/>
        </a:p>
      </dsp:txBody>
      <dsp:txXfrm>
        <a:off x="44492" y="160097"/>
        <a:ext cx="8368856" cy="82244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6B65A-DC2E-4A6E-B3F6-CB0DD255373B}">
      <dsp:nvSpPr>
        <dsp:cNvPr id="0" name=""/>
        <dsp:cNvSpPr/>
      </dsp:nvSpPr>
      <dsp:spPr>
        <a:xfrm rot="5400000">
          <a:off x="3706123" y="-271156"/>
          <a:ext cx="3779520" cy="526671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baseline="0"/>
            <a:t>Technical experts and SMEs from various fields with social touch total 25%</a:t>
          </a:r>
          <a:endParaRPr lang="en-US" sz="2800" kern="1200"/>
        </a:p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baseline="0" dirty="0"/>
            <a:t>Administrators (</a:t>
          </a:r>
          <a:r>
            <a:rPr lang="en-US" sz="2800" b="0" i="0" kern="1200" baseline="0" dirty="0" err="1"/>
            <a:t>Sanchalak</a:t>
          </a:r>
          <a:r>
            <a:rPr lang="en-US" sz="2800" b="0" i="0" kern="1200" baseline="0" dirty="0"/>
            <a:t>) Elected from various  low level </a:t>
          </a:r>
          <a:r>
            <a:rPr lang="en-US" sz="2800" b="0" i="0" kern="1200" baseline="0" dirty="0" err="1"/>
            <a:t>sanchalak</a:t>
          </a:r>
          <a:r>
            <a:rPr lang="en-US" sz="2800" b="0" i="0" kern="1200" baseline="0" dirty="0"/>
            <a:t> mandalas  60%</a:t>
          </a:r>
          <a:endParaRPr lang="en-US" sz="2800" kern="1200" dirty="0"/>
        </a:p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baseline="0" dirty="0"/>
            <a:t>Administration Fund donors  not more that 15%</a:t>
          </a:r>
          <a:endParaRPr lang="en-US" sz="2800" kern="1200" dirty="0"/>
        </a:p>
      </dsp:txBody>
      <dsp:txXfrm rot="-5400000">
        <a:off x="2962527" y="656941"/>
        <a:ext cx="5082212" cy="3410518"/>
      </dsp:txXfrm>
    </dsp:sp>
    <dsp:sp modelId="{35BCC4F6-D36A-408E-A2B8-1EFB56B16B45}">
      <dsp:nvSpPr>
        <dsp:cNvPr id="0" name=""/>
        <dsp:cNvSpPr/>
      </dsp:nvSpPr>
      <dsp:spPr>
        <a:xfrm>
          <a:off x="0" y="0"/>
          <a:ext cx="2962526" cy="472439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baseline="0" dirty="0"/>
            <a:t>There will be 3 types of </a:t>
          </a:r>
          <a:r>
            <a:rPr lang="en-US" sz="4100" b="0" i="0" kern="1200" baseline="0" dirty="0" err="1"/>
            <a:t>Sanchalaks</a:t>
          </a:r>
          <a:r>
            <a:rPr lang="en-US" sz="4100" b="0" i="0" kern="1200" baseline="0" dirty="0"/>
            <a:t> </a:t>
          </a:r>
          <a:endParaRPr lang="en-US" sz="4100" kern="1200" dirty="0"/>
        </a:p>
      </dsp:txBody>
      <dsp:txXfrm>
        <a:off x="144619" y="144619"/>
        <a:ext cx="2673288" cy="443516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178900-BD9F-4D2F-8522-9A25754D118B}">
      <dsp:nvSpPr>
        <dsp:cNvPr id="0" name=""/>
        <dsp:cNvSpPr/>
      </dsp:nvSpPr>
      <dsp:spPr>
        <a:xfrm>
          <a:off x="0" y="7672"/>
          <a:ext cx="8457840" cy="11272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i="0" kern="1200" baseline="0" dirty="0"/>
            <a:t>Directives for Governing body</a:t>
          </a:r>
          <a:endParaRPr lang="en-US" sz="4700" kern="1200" dirty="0"/>
        </a:p>
      </dsp:txBody>
      <dsp:txXfrm>
        <a:off x="55030" y="62702"/>
        <a:ext cx="8347780" cy="101723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0D4F06-1DAA-4EA1-9354-1C091B2120AA}">
      <dsp:nvSpPr>
        <dsp:cNvPr id="0" name=""/>
        <dsp:cNvSpPr/>
      </dsp:nvSpPr>
      <dsp:spPr>
        <a:xfrm>
          <a:off x="0" y="19664"/>
          <a:ext cx="8229240" cy="110331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0" i="0" kern="1200" baseline="0" dirty="0"/>
            <a:t>Open to all – Equal  opportunity </a:t>
          </a:r>
          <a:endParaRPr lang="en-US" sz="4600" kern="1200" dirty="0"/>
        </a:p>
      </dsp:txBody>
      <dsp:txXfrm>
        <a:off x="53859" y="73523"/>
        <a:ext cx="8121522" cy="99559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5A87B-1B90-4CF9-9DA2-DD3B45C32BCA}">
      <dsp:nvSpPr>
        <dsp:cNvPr id="0" name=""/>
        <dsp:cNvSpPr/>
      </dsp:nvSpPr>
      <dsp:spPr>
        <a:xfrm>
          <a:off x="0" y="14467"/>
          <a:ext cx="8229240" cy="2520000"/>
        </a:xfrm>
        <a:prstGeom prst="rightArrow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0D8B38-34C0-4EA2-8EAD-326B37624704}">
      <dsp:nvSpPr>
        <dsp:cNvPr id="0" name=""/>
        <dsp:cNvSpPr/>
      </dsp:nvSpPr>
      <dsp:spPr>
        <a:xfrm>
          <a:off x="664359" y="2030467"/>
          <a:ext cx="6741956" cy="2480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baseline="0" dirty="0"/>
            <a:t>To raise issues, upgrades, enhancements </a:t>
          </a:r>
          <a:endParaRPr lang="en-US" sz="2700" kern="1200" dirty="0"/>
        </a:p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baseline="0" dirty="0"/>
            <a:t>Add and consider thoughts from </a:t>
          </a:r>
          <a:r>
            <a:rPr lang="en-US" sz="2700" b="0" i="0" kern="1200" baseline="0" dirty="0" err="1"/>
            <a:t>Samaj</a:t>
          </a:r>
          <a:r>
            <a:rPr lang="en-US" sz="2700" b="0" i="0" kern="1200" baseline="0" dirty="0"/>
            <a:t> on our future growth</a:t>
          </a:r>
          <a:endParaRPr lang="en-US" sz="2700" kern="1200" dirty="0"/>
        </a:p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baseline="0" dirty="0"/>
            <a:t>Add events calendar to web site for all events </a:t>
          </a:r>
          <a:endParaRPr lang="en-US" sz="2700" kern="1200" dirty="0"/>
        </a:p>
        <a:p>
          <a:pPr marL="228600" lvl="1" indent="-228600" algn="l" defTabSz="12001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baseline="0" dirty="0"/>
            <a:t>If any one want to contribute with money or man power we will show our ready ness</a:t>
          </a:r>
          <a:endParaRPr lang="en-US" sz="2700" kern="1200" dirty="0"/>
        </a:p>
      </dsp:txBody>
      <dsp:txXfrm>
        <a:off x="664359" y="2030467"/>
        <a:ext cx="6741956" cy="2480625"/>
      </dsp:txXfrm>
    </dsp:sp>
    <dsp:sp modelId="{2BC887B7-3A10-4BED-B103-44E6B401A6A5}">
      <dsp:nvSpPr>
        <dsp:cNvPr id="0" name=""/>
        <dsp:cNvSpPr/>
      </dsp:nvSpPr>
      <dsp:spPr>
        <a:xfrm>
          <a:off x="925263" y="644467"/>
          <a:ext cx="6220148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55600" rIns="0" bIns="35560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 baseline="0" dirty="0"/>
            <a:t>Create open forums </a:t>
          </a:r>
          <a:endParaRPr lang="en-US" sz="3500" kern="1200" dirty="0"/>
        </a:p>
      </dsp:txBody>
      <dsp:txXfrm>
        <a:off x="925263" y="644467"/>
        <a:ext cx="6220148" cy="12600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F0B9DA-D1FD-40E5-827F-F3B8B681ACBA}">
      <dsp:nvSpPr>
        <dsp:cNvPr id="0" name=""/>
        <dsp:cNvSpPr/>
      </dsp:nvSpPr>
      <dsp:spPr>
        <a:xfrm>
          <a:off x="0" y="2430"/>
          <a:ext cx="8229240" cy="8634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baseline="0"/>
            <a:t>                              Funds</a:t>
          </a:r>
          <a:endParaRPr lang="en-US" sz="3600" kern="1200" dirty="0"/>
        </a:p>
      </dsp:txBody>
      <dsp:txXfrm>
        <a:off x="42151" y="44581"/>
        <a:ext cx="8144938" cy="779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Arial" pitchFamily="18"/>
              <a:ea typeface="MS Gothic" pitchFamily="2"/>
              <a:cs typeface="Tahoma" pitchFamily="2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>
              <a:ln>
                <a:noFill/>
              </a:ln>
              <a:latin typeface="Arial" pitchFamily="18"/>
              <a:ea typeface="MS Gothic" pitchFamily="2"/>
              <a:cs typeface="Tahoma" pitchFamily="2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r>
              <a:rPr lang="en-US" sz="1400" b="0" i="0" u="none" strike="noStrike" kern="1200">
                <a:ln>
                  <a:noFill/>
                </a:ln>
                <a:latin typeface="Arial" pitchFamily="18"/>
                <a:ea typeface="MS Gothic" pitchFamily="2"/>
                <a:cs typeface="Tahoma" pitchFamily="2"/>
              </a:rPr>
              <a:t>Sanjay Morankar Pune. Email:-sanjaymorankar@gmail.com</a:t>
            </a: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0C390BCF-4C95-404C-8C56-15B393D3D6DA}" type="slidenum">
              <a:t>‹#›</a:t>
            </a:fld>
            <a:endParaRPr lang="en-US" sz="1400" b="0" i="0" u="none" strike="noStrike" kern="1200">
              <a:ln>
                <a:noFill/>
              </a:ln>
              <a:latin typeface="Arial" pitchFamily="18"/>
              <a:ea typeface="MS Gothic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4385132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371599" y="764280"/>
            <a:ext cx="502848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/>
          <a:lstStyle/>
          <a:p>
            <a:endParaRPr lang="en-US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>
            <a:lvl1pPr lvl="0" rtl="0" hangingPunct="0">
              <a:buNone/>
              <a:tabLst/>
              <a:defRPr lang="en-US" sz="1400" kern="1200">
                <a:latin typeface="Arial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>
            <a:lvl1pPr lvl="0" algn="r" rtl="0" hangingPunct="0">
              <a:buNone/>
              <a:tabLst/>
              <a:defRPr lang="en-US" sz="1400" kern="1200">
                <a:latin typeface="Arial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>
            <a:lvl1pPr lvl="0" rtl="0" hangingPunct="0">
              <a:buNone/>
              <a:tabLst/>
              <a:defRPr lang="en-US" sz="1400" kern="1200">
                <a:latin typeface="Arial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r>
              <a:rPr lang="en-US"/>
              <a:t>Sanjay Morankar Pune. Email:-sanjaymorankar@gmail.com</a:t>
            </a:r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>
            <a:lvl1pPr lvl="0" algn="r" rtl="0" hangingPunct="0">
              <a:buNone/>
              <a:tabLst/>
              <a:defRPr lang="en-US" sz="1400" kern="1200">
                <a:latin typeface="Arial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3F8AE846-1CA9-4F3B-B5E1-6B64C89F8BC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35325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216000" marR="0" indent="-216000" algn="l" rtl="0" hangingPunct="1">
      <a:tabLst/>
      <a:defRPr lang="en-US" sz="1800" b="0" i="0" u="none" strike="noStrike" kern="1200" spc="0" baseline="0">
        <a:ln>
          <a:noFill/>
        </a:ln>
        <a:solidFill>
          <a:srgbClr val="000000"/>
        </a:solidFill>
        <a:latin typeface="Calibri" pitchFamily="18"/>
        <a:ea typeface="MS Gothic" pitchFamily="2"/>
        <a:cs typeface="Tahoma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62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Pune. Email:-sanjaymorankar@gmail.com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63588"/>
            <a:ext cx="5029200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3F8AE846-1CA9-4F3B-B5E1-6B64C89F8BC5}" type="slidenum">
              <a:rPr lang="en-US" smtClean="0"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/>
            <a:r>
              <a:rPr lang="en-US"/>
              <a:t>Sanjay Morankar Pune. Email:-sanjaymorankar@gmail.com</a:t>
            </a:r>
          </a:p>
        </p:txBody>
      </p:sp>
    </p:spTree>
    <p:extLst>
      <p:ext uri="{BB962C8B-B14F-4D97-AF65-F5344CB8AC3E}">
        <p14:creationId xmlns:p14="http://schemas.microsoft.com/office/powerpoint/2010/main" val="774169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62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Pune. Email:-sanjaymorankar@gmail.com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62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Pune. Email:-sanjaymorankar@gmail.com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62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Pune. Email:-sanjaymorankar@gmail.com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62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Pune. Email:-sanjaymorankar@gmail.com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6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Pune. Email:-sanjaymorankar@gmail.com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62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Pune. Email:-sanjaymorankar@gmail.com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62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Pune. Email:-sanjaymorankar@gmail.com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F38659C-B109-4FB5-B0FD-1E09B12FE0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734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54272C8-6959-48BD-828C-B4F52B8C53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5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E518F16-27AB-4641-BA8C-2536E4F0DC2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96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1CFB2DF-B860-482E-B426-A49B5854916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40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63A910B-67DB-474C-B83D-EB952A1BC84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9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01BE765-2159-4B5D-B96B-9AADB2CF9D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49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E5CE2B5-E180-430A-BAB5-B16D11E63C0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3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8420574-BF38-4CCB-95AA-372CB9E0636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82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8E34B99-F201-4C24-8D68-EBD26789950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61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5A87DA6-E0A6-4ACD-BC98-761D8DEDD29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17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600200"/>
            <a:ext cx="2057400" cy="4525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19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7680056-57B2-469A-995E-FE2FD0B0644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949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84B1A48-ED27-42C7-9C6A-E5E6850928B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28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814AC5A-3668-43F5-ABD8-3EE58D802EF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40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73156E9-B81E-4251-8E45-1FEAA1644B2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10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D66BB95-3575-4437-823F-3593104EA2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48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99B7B7D-F5C8-4D1F-B56F-53F22AD514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69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7460FA3-E1B8-4948-B5CD-E92C5E5DE2F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949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09E2762-C900-4FED-9E66-9E6E5C7F79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590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41541E0-8E60-4D41-84B7-F8D52BD84A4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14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50FD41E-D815-4BED-BB46-466502CB6A5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374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33FB22B-8DD0-49FD-B81A-25FFF51331C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892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52BA04B-C599-4C9E-AB20-2BE9F6B718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531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Sanjay Morankar Pune, email:- sanjaymorankar@gmail.com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92021-6D47-4559-AE1C-7D31F61FD31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45720" anchor="ctr" anchorCtr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45720" anchor="t" anchorCtr="0"/>
          <a:lstStyle>
            <a:defPPr marL="432000" lvl="0" indent="-324000" algn="l" rtl="0" hangingPunct="1">
              <a:spcBef>
                <a:spcPts val="638"/>
              </a:spcBef>
              <a:spcAft>
                <a:spcPts val="1417"/>
              </a:spcAft>
              <a:buSzPct val="45000"/>
              <a:buFont typeface="StarSymbol"/>
              <a:buNone/>
              <a:defRPr lang="en-US" sz="32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defPPr>
            <a:lvl1pPr marL="432000" lvl="0" indent="-324000" algn="l" rtl="0" hangingPunct="1">
              <a:spcBef>
                <a:spcPts val="638"/>
              </a:spcBef>
              <a:spcAft>
                <a:spcPts val="1417"/>
              </a:spcAft>
              <a:buSzPct val="45000"/>
              <a:buFont typeface="StarSymbol"/>
              <a:buChar char="●"/>
              <a:defRPr lang="en-US" sz="32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1pPr>
            <a:lvl2pPr marL="864000" lvl="1" indent="-324000" algn="l" rtl="0" hangingPunct="1">
              <a:spcBef>
                <a:spcPts val="558"/>
              </a:spcBef>
              <a:spcAft>
                <a:spcPts val="1134"/>
              </a:spcAft>
              <a:buSzPct val="75000"/>
              <a:buFont typeface="StarSymbol"/>
              <a:buChar char="–"/>
              <a:defRPr lang="en-US" sz="28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2pPr>
            <a:lvl3pPr marL="1295999" lvl="2" indent="-288000" algn="l" rtl="0" hangingPunct="1">
              <a:spcBef>
                <a:spcPts val="479"/>
              </a:spcBef>
              <a:spcAft>
                <a:spcPts val="850"/>
              </a:spcAft>
              <a:buSzPct val="45000"/>
              <a:buFont typeface="StarSymbol"/>
              <a:buChar char="●"/>
              <a:defRPr lang="en-US" sz="24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3pPr>
            <a:lvl4pPr marL="1728000" lvl="3" indent="-216000" algn="l" rtl="0" hangingPunct="1">
              <a:spcBef>
                <a:spcPts val="400"/>
              </a:spcBef>
              <a:spcAft>
                <a:spcPts val="567"/>
              </a:spcAft>
              <a:buSzPct val="75000"/>
              <a:buFont typeface="StarSymbol"/>
              <a:buChar char="–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4pPr>
            <a:lvl5pPr marL="2160000" lvl="4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5pPr>
            <a:lvl6pPr marL="2592000" lvl="5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6pPr>
            <a:lvl7pPr marL="3024000" lvl="6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7pPr>
            <a:lvl8pPr marL="3456000" lvl="7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8pPr>
            <a:lvl9pPr marL="3887999" lvl="8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45720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45720" anchor="ctr" anchorCtr="0"/>
          <a:lstStyle>
            <a:lvl1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spc="0" baseline="0">
                <a:solidFill>
                  <a:srgbClr val="8B8B8B"/>
                </a:solidFill>
                <a:latin typeface="Calibri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124079" y="6356520"/>
            <a:ext cx="2895120" cy="364679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45720" anchor="ctr" anchorCtr="0"/>
          <a:lstStyle>
            <a:lvl1pPr marL="0" marR="0" lvl="0" indent="0" algn="ctr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en-US" sz="1200" i="0" u="none" strike="noStrike" kern="1200" spc="0">
                <a:latin typeface="Arial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r>
              <a:rPr lang="en-US"/>
              <a:t>Sanjay Morankar Pune, email:- sanjaymorankar@gmail.com</a:t>
            </a: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6553080" y="6356520"/>
            <a:ext cx="2133360" cy="364679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45720" anchor="ctr" anchorCtr="0"/>
          <a:lstStyle>
            <a:lvl1pPr marL="0" marR="0" lvl="0" indent="0" algn="r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spc="0" baseline="0">
                <a:solidFill>
                  <a:srgbClr val="8B8B8B"/>
                </a:solidFill>
                <a:latin typeface="Calibri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A75A74CE-49F0-4935-8938-D71AC4D35247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/>
  <p:txStyles>
    <p:titleStyle>
      <a:lvl1pPr marL="0" marR="0" lvl="0" indent="0" algn="ctr" rtl="0" hangingPunct="1">
        <a:spcBef>
          <a:spcPts val="0"/>
        </a:spcBef>
        <a:spcAft>
          <a:spcPts val="0"/>
        </a:spcAft>
        <a:buNone/>
        <a:tabLst/>
        <a:defRPr lang="en-US" sz="4400" b="0" i="0" u="none" strike="noStrike" kern="1200" spc="0" baseline="0">
          <a:ln>
            <a:noFill/>
          </a:ln>
          <a:solidFill>
            <a:srgbClr val="000000"/>
          </a:solidFill>
          <a:latin typeface="Calibri" pitchFamily="18"/>
          <a:ea typeface="MS Gothic" pitchFamily="2"/>
          <a:cs typeface="Tahoma" pitchFamily="2"/>
        </a:defRPr>
      </a:lvl1pPr>
    </p:titleStyle>
    <p:bodyStyle>
      <a:lvl1pPr marL="0" marR="0" lvl="0" indent="0" algn="l" rtl="0" hangingPunct="1">
        <a:spcBef>
          <a:spcPts val="768"/>
        </a:spcBef>
        <a:spcAft>
          <a:spcPts val="0"/>
        </a:spcAft>
        <a:buClr>
          <a:srgbClr val="000000"/>
        </a:buClr>
        <a:buSzPct val="100000"/>
        <a:buFont typeface="Arial" pitchFamily="32"/>
        <a:buChar char="•"/>
        <a:tabLst/>
        <a:defRPr lang="en-US" sz="3200" b="0" i="0" u="none" strike="noStrike" spc="0" baseline="0">
          <a:solidFill>
            <a:srgbClr val="000000"/>
          </a:solidFill>
          <a:latin typeface="Calibri" pitchFamily="18"/>
        </a:defRPr>
      </a:lvl1pPr>
      <a:lvl2pPr marL="0" marR="0" lvl="1" indent="0" algn="l" rtl="0" hangingPunct="1">
        <a:spcBef>
          <a:spcPts val="672"/>
        </a:spcBef>
        <a:spcAft>
          <a:spcPts val="0"/>
        </a:spcAft>
        <a:buClr>
          <a:srgbClr val="000000"/>
        </a:buClr>
        <a:buSzPct val="100000"/>
        <a:buFont typeface="Arial" pitchFamily="32"/>
        <a:buChar char="–"/>
        <a:tabLst/>
        <a:defRPr lang="en-US" sz="2800" b="0" i="0" u="none" strike="noStrike" spc="0" baseline="0">
          <a:solidFill>
            <a:srgbClr val="000000"/>
          </a:solidFill>
          <a:latin typeface="Calibri" pitchFamily="18"/>
        </a:defRPr>
      </a:lvl2pPr>
      <a:lvl3pPr marL="0" marR="0" lvl="2" indent="0" algn="l" rtl="0" hangingPunct="1">
        <a:spcBef>
          <a:spcPts val="575"/>
        </a:spcBef>
        <a:spcAft>
          <a:spcPts val="0"/>
        </a:spcAft>
        <a:buClr>
          <a:srgbClr val="000000"/>
        </a:buClr>
        <a:buSzPct val="100000"/>
        <a:buFont typeface="Arial" pitchFamily="32"/>
        <a:buChar char="•"/>
        <a:tabLst/>
        <a:defRPr lang="en-US" sz="2400" b="0" i="0" u="none" strike="noStrike" spc="0" baseline="0">
          <a:solidFill>
            <a:srgbClr val="000000"/>
          </a:solidFill>
          <a:latin typeface="Calibri" pitchFamily="18"/>
        </a:defRPr>
      </a:lvl3pPr>
      <a:lvl4pPr marL="0" marR="0" lvl="3" indent="0" algn="l" rtl="0" hangingPunct="1">
        <a:spcBef>
          <a:spcPts val="479"/>
        </a:spcBef>
        <a:spcAft>
          <a:spcPts val="0"/>
        </a:spcAft>
        <a:buClr>
          <a:srgbClr val="000000"/>
        </a:buClr>
        <a:buSzPct val="100000"/>
        <a:buFont typeface="Arial" pitchFamily="32"/>
        <a:buChar char="–"/>
        <a:tabLst/>
        <a:defRPr lang="en-US" sz="2000" b="0" i="0" u="none" strike="noStrike" spc="0" baseline="0">
          <a:solidFill>
            <a:srgbClr val="000000"/>
          </a:solidFill>
          <a:latin typeface="Calibri" pitchFamily="18"/>
        </a:defRPr>
      </a:lvl4pPr>
      <a:lvl5pPr marL="0" marR="0" lvl="4" indent="0" algn="l" rtl="0" hangingPunct="1">
        <a:spcBef>
          <a:spcPts val="479"/>
        </a:spcBef>
        <a:spcAft>
          <a:spcPts val="0"/>
        </a:spcAft>
        <a:buClr>
          <a:srgbClr val="000000"/>
        </a:buClr>
        <a:buSzPct val="100000"/>
        <a:buFont typeface="Arial" pitchFamily="32"/>
        <a:buChar char="»"/>
        <a:tabLst/>
        <a:defRPr lang="en-US" sz="2000" b="0" i="0" u="none" strike="noStrike" spc="0" baseline="0">
          <a:solidFill>
            <a:srgbClr val="000000"/>
          </a:solidFill>
          <a:latin typeface="Calibri" pitchFamily="18"/>
        </a:defRPr>
      </a:lvl5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.xml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microsoft.com/office/2007/relationships/diagramDrawing" Target="../diagrams/drawing1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9.xml"/><Relationship Id="rId11" Type="http://schemas.openxmlformats.org/officeDocument/2006/relationships/diagramColors" Target="../diagrams/colors10.xml"/><Relationship Id="rId5" Type="http://schemas.openxmlformats.org/officeDocument/2006/relationships/diagramQuickStyle" Target="../diagrams/quickStyle9.xml"/><Relationship Id="rId10" Type="http://schemas.openxmlformats.org/officeDocument/2006/relationships/diagramQuickStyle" Target="../diagrams/quickStyle10.xml"/><Relationship Id="rId4" Type="http://schemas.openxmlformats.org/officeDocument/2006/relationships/diagramLayout" Target="../diagrams/layout9.xml"/><Relationship Id="rId9" Type="http://schemas.openxmlformats.org/officeDocument/2006/relationships/diagramLayout" Target="../diagrams/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3.xml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12" Type="http://schemas.microsoft.com/office/2007/relationships/diagramDrawing" Target="../diagrams/drawing1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2.xml"/><Relationship Id="rId11" Type="http://schemas.openxmlformats.org/officeDocument/2006/relationships/diagramColors" Target="../diagrams/colors13.xml"/><Relationship Id="rId5" Type="http://schemas.openxmlformats.org/officeDocument/2006/relationships/diagramQuickStyle" Target="../diagrams/quickStyle12.xml"/><Relationship Id="rId10" Type="http://schemas.openxmlformats.org/officeDocument/2006/relationships/diagramQuickStyle" Target="../diagrams/quickStyle13.xml"/><Relationship Id="rId4" Type="http://schemas.openxmlformats.org/officeDocument/2006/relationships/diagramLayout" Target="../diagrams/layout12.xml"/><Relationship Id="rId9" Type="http://schemas.openxmlformats.org/officeDocument/2006/relationships/diagramLayout" Target="../diagrams/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6.xml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12" Type="http://schemas.microsoft.com/office/2007/relationships/diagramDrawing" Target="../diagrams/drawing1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5.xml"/><Relationship Id="rId11" Type="http://schemas.openxmlformats.org/officeDocument/2006/relationships/diagramColors" Target="../diagrams/colors16.xml"/><Relationship Id="rId5" Type="http://schemas.openxmlformats.org/officeDocument/2006/relationships/diagramQuickStyle" Target="../diagrams/quickStyle15.xml"/><Relationship Id="rId10" Type="http://schemas.openxmlformats.org/officeDocument/2006/relationships/diagramQuickStyle" Target="../diagrams/quickStyle16.xml"/><Relationship Id="rId4" Type="http://schemas.openxmlformats.org/officeDocument/2006/relationships/diagramLayout" Target="../diagrams/layout15.xml"/><Relationship Id="rId9" Type="http://schemas.openxmlformats.org/officeDocument/2006/relationships/diagramLayout" Target="../diagrams/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96864207"/>
              </p:ext>
            </p:extLst>
          </p:nvPr>
        </p:nvGraphicFramePr>
        <p:xfrm>
          <a:off x="609600" y="45720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094859140"/>
              </p:ext>
            </p:extLst>
          </p:nvPr>
        </p:nvGraphicFramePr>
        <p:xfrm>
          <a:off x="533400" y="533400"/>
          <a:ext cx="7467600" cy="17521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2" y="2971800"/>
            <a:ext cx="9084509" cy="170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</p:spTree>
    <p:extLst>
      <p:ext uri="{BB962C8B-B14F-4D97-AF65-F5344CB8AC3E}">
        <p14:creationId xmlns:p14="http://schemas.microsoft.com/office/powerpoint/2010/main" val="3370181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0028433"/>
              </p:ext>
            </p:extLst>
          </p:nvPr>
        </p:nvGraphicFramePr>
        <p:xfrm>
          <a:off x="1676400" y="1066800"/>
          <a:ext cx="8229600" cy="5059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</p:spTree>
    <p:extLst>
      <p:ext uri="{BB962C8B-B14F-4D97-AF65-F5344CB8AC3E}">
        <p14:creationId xmlns:p14="http://schemas.microsoft.com/office/powerpoint/2010/main" val="28759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Current Status – </a:t>
            </a:r>
            <a:r>
              <a:rPr lang="en-US" sz="3600" dirty="0"/>
              <a:t>Facts of Lad </a:t>
            </a:r>
            <a:r>
              <a:rPr lang="en-US" sz="3600" dirty="0" err="1"/>
              <a:t>Wani</a:t>
            </a:r>
            <a:r>
              <a:rPr lang="en-US" sz="3600" dirty="0"/>
              <a:t> </a:t>
            </a:r>
            <a:r>
              <a:rPr lang="en-US" sz="3600" dirty="0" err="1"/>
              <a:t>Samaj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9383380"/>
              </p:ext>
            </p:extLst>
          </p:nvPr>
        </p:nvGraphicFramePr>
        <p:xfrm>
          <a:off x="457200" y="1646237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</p:spTree>
    <p:extLst>
      <p:ext uri="{BB962C8B-B14F-4D97-AF65-F5344CB8AC3E}">
        <p14:creationId xmlns:p14="http://schemas.microsoft.com/office/powerpoint/2010/main" val="3570411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457200" y="274680"/>
          <a:ext cx="8229240" cy="1142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334253051"/>
              </p:ext>
            </p:extLst>
          </p:nvPr>
        </p:nvGraphicFramePr>
        <p:xfrm>
          <a:off x="457200" y="1600200"/>
          <a:ext cx="8229240" cy="4525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457200" y="274680"/>
          <a:ext cx="8229240" cy="1142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2229871"/>
              </p:ext>
            </p:extLst>
          </p:nvPr>
        </p:nvGraphicFramePr>
        <p:xfrm>
          <a:off x="228600" y="1524000"/>
          <a:ext cx="8457840" cy="4601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</p:spTree>
    <p:extLst>
      <p:ext uri="{BB962C8B-B14F-4D97-AF65-F5344CB8AC3E}">
        <p14:creationId xmlns:p14="http://schemas.microsoft.com/office/powerpoint/2010/main" val="3392785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87186655"/>
              </p:ext>
            </p:extLst>
          </p:nvPr>
        </p:nvGraphicFramePr>
        <p:xfrm>
          <a:off x="381000" y="1600200"/>
          <a:ext cx="8229240" cy="338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384440844"/>
              </p:ext>
            </p:extLst>
          </p:nvPr>
        </p:nvGraphicFramePr>
        <p:xfrm>
          <a:off x="533400" y="228600"/>
          <a:ext cx="8229240" cy="1142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04800" y="152400"/>
            <a:ext cx="8229240" cy="990600"/>
          </a:xfrm>
          <a:ln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US" dirty="0"/>
              <a:t>Plan to come together 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type="body" idx="4294967295"/>
          </p:nvPr>
        </p:nvSpPr>
        <p:spPr>
          <a:xfrm>
            <a:off x="381000" y="1219200"/>
            <a:ext cx="8229240" cy="5562600"/>
          </a:xfrm>
        </p:spPr>
        <p:txBody>
          <a:bodyPr/>
          <a:lstStyle>
            <a:defPPr marL="432000" lvl="0" indent="-324000" algn="l" rtl="0" hangingPunct="1">
              <a:spcBef>
                <a:spcPts val="638"/>
              </a:spcBef>
              <a:spcAft>
                <a:spcPts val="1417"/>
              </a:spcAft>
              <a:buSzPct val="45000"/>
              <a:buFont typeface="StarSymbol"/>
              <a:buNone/>
              <a:defRPr lang="en-US" sz="32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defPPr>
            <a:lvl1pPr marL="432000" lvl="0" indent="-324000" algn="l" rtl="0" hangingPunct="1">
              <a:spcBef>
                <a:spcPts val="638"/>
              </a:spcBef>
              <a:spcAft>
                <a:spcPts val="1417"/>
              </a:spcAft>
              <a:buSzPct val="45000"/>
              <a:buFont typeface="StarSymbol"/>
              <a:buChar char="●"/>
              <a:defRPr lang="en-US" sz="32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1pPr>
            <a:lvl2pPr marL="864000" lvl="1" indent="-324000" algn="l" rtl="0" hangingPunct="1">
              <a:spcBef>
                <a:spcPts val="558"/>
              </a:spcBef>
              <a:spcAft>
                <a:spcPts val="1134"/>
              </a:spcAft>
              <a:buSzPct val="75000"/>
              <a:buFont typeface="StarSymbol"/>
              <a:buChar char="–"/>
              <a:defRPr lang="en-US" sz="28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2pPr>
            <a:lvl3pPr marL="1295999" lvl="2" indent="-288000" algn="l" rtl="0" hangingPunct="1">
              <a:spcBef>
                <a:spcPts val="479"/>
              </a:spcBef>
              <a:spcAft>
                <a:spcPts val="850"/>
              </a:spcAft>
              <a:buSzPct val="45000"/>
              <a:buFont typeface="StarSymbol"/>
              <a:buChar char="●"/>
              <a:defRPr lang="en-US" sz="24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3pPr>
            <a:lvl4pPr marL="1728000" lvl="3" indent="-216000" algn="l" rtl="0" hangingPunct="1">
              <a:spcBef>
                <a:spcPts val="400"/>
              </a:spcBef>
              <a:spcAft>
                <a:spcPts val="567"/>
              </a:spcAft>
              <a:buSzPct val="75000"/>
              <a:buFont typeface="StarSymbol"/>
              <a:buChar char="–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4pPr>
            <a:lvl5pPr marL="2160000" lvl="4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5pPr>
            <a:lvl6pPr marL="2592000" lvl="5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6pPr>
            <a:lvl7pPr marL="3024000" lvl="6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7pPr>
            <a:lvl8pPr marL="3456000" lvl="7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8pPr>
            <a:lvl9pPr marL="3887999" lvl="8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9pPr>
          </a:lstStyle>
          <a:p>
            <a:pPr marL="0" indent="0">
              <a:spcBef>
                <a:spcPts val="768"/>
              </a:spcBef>
              <a:spcAft>
                <a:spcPts val="0"/>
              </a:spcAft>
              <a:buSzPct val="100000"/>
              <a:buFont typeface="Arial" pitchFamily="32"/>
              <a:buChar char="•"/>
            </a:pPr>
            <a:r>
              <a:rPr lang="en-US" sz="2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alibri" pitchFamily="18"/>
              </a:rPr>
              <a:t>Create a </a:t>
            </a:r>
            <a:r>
              <a:rPr lang="en-US" sz="2800" b="1" cap="all" dirty="0" err="1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alibri" pitchFamily="18"/>
              </a:rPr>
              <a:t>Shirsh</a:t>
            </a:r>
            <a:r>
              <a:rPr lang="en-US" sz="2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alibri" pitchFamily="18"/>
              </a:rPr>
              <a:t> </a:t>
            </a:r>
            <a:r>
              <a:rPr lang="en-US" sz="2800" b="1" cap="all" dirty="0" err="1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alibri" pitchFamily="18"/>
              </a:rPr>
              <a:t>Mandal</a:t>
            </a:r>
            <a:r>
              <a:rPr lang="en-US" sz="2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alibri" pitchFamily="18"/>
              </a:rPr>
              <a:t> and request all exiting </a:t>
            </a:r>
            <a:r>
              <a:rPr lang="en-US" sz="2800" b="1" cap="all" dirty="0" err="1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alibri" pitchFamily="18"/>
              </a:rPr>
              <a:t>samaj</a:t>
            </a:r>
            <a:r>
              <a:rPr lang="en-US" sz="2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alibri" pitchFamily="18"/>
              </a:rPr>
              <a:t> </a:t>
            </a:r>
            <a:r>
              <a:rPr lang="en-US" sz="2800" b="1" cap="all" dirty="0" err="1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alibri" pitchFamily="18"/>
              </a:rPr>
              <a:t>mandals</a:t>
            </a:r>
            <a:r>
              <a:rPr lang="en-US" sz="2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alibri" pitchFamily="18"/>
              </a:rPr>
              <a:t> to join us under the tree</a:t>
            </a:r>
          </a:p>
          <a:p>
            <a:pPr marL="0" indent="0">
              <a:spcBef>
                <a:spcPts val="768"/>
              </a:spcBef>
              <a:spcAft>
                <a:spcPts val="0"/>
              </a:spcAft>
              <a:buSzPct val="100000"/>
              <a:buNone/>
            </a:pPr>
            <a:r>
              <a:rPr lang="en-US" sz="2000" dirty="0">
                <a:latin typeface="Calibri" pitchFamily="18"/>
              </a:rPr>
              <a:t>We should have tree structure of our </a:t>
            </a:r>
            <a:r>
              <a:rPr lang="en-US" sz="2000" dirty="0" err="1">
                <a:latin typeface="Calibri" pitchFamily="18"/>
              </a:rPr>
              <a:t>samaj</a:t>
            </a:r>
            <a:r>
              <a:rPr lang="en-US" sz="2000" dirty="0">
                <a:latin typeface="Calibri" pitchFamily="18"/>
              </a:rPr>
              <a:t> </a:t>
            </a:r>
            <a:r>
              <a:rPr lang="en-US" sz="2000" dirty="0" err="1">
                <a:latin typeface="Calibri" pitchFamily="18"/>
              </a:rPr>
              <a:t>mandal</a:t>
            </a:r>
            <a:r>
              <a:rPr lang="en-US" sz="2000" dirty="0">
                <a:latin typeface="Calibri" pitchFamily="18"/>
              </a:rPr>
              <a:t> like our Indian </a:t>
            </a:r>
            <a:r>
              <a:rPr lang="en-US" sz="2000" dirty="0" err="1">
                <a:latin typeface="Calibri" pitchFamily="18"/>
              </a:rPr>
              <a:t>Panchayat</a:t>
            </a:r>
            <a:r>
              <a:rPr lang="en-US" sz="2000" dirty="0">
                <a:latin typeface="Calibri" pitchFamily="18"/>
              </a:rPr>
              <a:t> Raj system like</a:t>
            </a:r>
            <a:endParaRPr lang="en-US" dirty="0">
              <a:latin typeface="Calibri" pitchFamily="18"/>
            </a:endParaRPr>
          </a:p>
          <a:p>
            <a:pPr marL="432000" lvl="1" indent="0">
              <a:spcBef>
                <a:spcPts val="768"/>
              </a:spcBef>
              <a:spcAft>
                <a:spcPts val="0"/>
              </a:spcAft>
              <a:buSzPct val="100000"/>
              <a:buFont typeface="Arial" pitchFamily="32"/>
              <a:buChar char="•"/>
            </a:pPr>
            <a:r>
              <a:rPr lang="en-US" sz="1600" dirty="0">
                <a:latin typeface="Calibri" pitchFamily="18"/>
              </a:rPr>
              <a:t> Village will be under Taluka </a:t>
            </a:r>
          </a:p>
          <a:p>
            <a:pPr marL="432000" lvl="1" indent="0">
              <a:spcBef>
                <a:spcPts val="768"/>
              </a:spcBef>
              <a:spcAft>
                <a:spcPts val="0"/>
              </a:spcAft>
              <a:buSzPct val="100000"/>
              <a:buFont typeface="Arial" pitchFamily="32"/>
              <a:buChar char="•"/>
            </a:pPr>
            <a:r>
              <a:rPr lang="en-US" sz="1600" dirty="0" err="1">
                <a:latin typeface="Calibri" pitchFamily="18"/>
              </a:rPr>
              <a:t>Talukas</a:t>
            </a:r>
            <a:r>
              <a:rPr lang="en-US" sz="1600" dirty="0">
                <a:latin typeface="Calibri" pitchFamily="18"/>
              </a:rPr>
              <a:t> will be under district </a:t>
            </a:r>
          </a:p>
          <a:p>
            <a:pPr marL="432000" lvl="1" indent="0">
              <a:spcBef>
                <a:spcPts val="768"/>
              </a:spcBef>
              <a:spcAft>
                <a:spcPts val="0"/>
              </a:spcAft>
              <a:buSzPct val="100000"/>
              <a:buFont typeface="Arial" pitchFamily="32"/>
              <a:buChar char="•"/>
            </a:pPr>
            <a:r>
              <a:rPr lang="en-US" sz="1600" dirty="0">
                <a:latin typeface="Calibri" pitchFamily="18"/>
              </a:rPr>
              <a:t>Districts will under state </a:t>
            </a:r>
            <a:r>
              <a:rPr lang="en-US" sz="1600" dirty="0" err="1">
                <a:latin typeface="Calibri" pitchFamily="18"/>
              </a:rPr>
              <a:t>gov.</a:t>
            </a:r>
            <a:r>
              <a:rPr lang="en-US" sz="1600" dirty="0">
                <a:latin typeface="Calibri" pitchFamily="18"/>
              </a:rPr>
              <a:t> </a:t>
            </a:r>
          </a:p>
          <a:p>
            <a:pPr marL="432000" lvl="1" indent="0">
              <a:spcBef>
                <a:spcPts val="768"/>
              </a:spcBef>
              <a:spcAft>
                <a:spcPts val="0"/>
              </a:spcAft>
              <a:buSzPct val="100000"/>
              <a:buFont typeface="Arial" pitchFamily="32"/>
              <a:buChar char="•"/>
            </a:pPr>
            <a:r>
              <a:rPr lang="en-US" sz="1600" dirty="0">
                <a:latin typeface="Calibri" pitchFamily="18"/>
              </a:rPr>
              <a:t>State </a:t>
            </a:r>
            <a:r>
              <a:rPr lang="en-US" sz="1600" dirty="0" err="1">
                <a:latin typeface="Calibri" pitchFamily="18"/>
              </a:rPr>
              <a:t>govs</a:t>
            </a:r>
            <a:r>
              <a:rPr lang="en-US" sz="1600" dirty="0">
                <a:latin typeface="Calibri" pitchFamily="18"/>
              </a:rPr>
              <a:t> will be under central </a:t>
            </a:r>
            <a:r>
              <a:rPr lang="en-US" sz="1600" dirty="0" err="1">
                <a:latin typeface="Calibri" pitchFamily="18"/>
              </a:rPr>
              <a:t>gov.</a:t>
            </a:r>
            <a:r>
              <a:rPr lang="en-US" sz="1600" dirty="0">
                <a:latin typeface="Calibri" pitchFamily="18"/>
              </a:rPr>
              <a:t> </a:t>
            </a:r>
          </a:p>
          <a:p>
            <a:pPr marL="0" lvl="0" indent="0">
              <a:spcBef>
                <a:spcPts val="768"/>
              </a:spcBef>
              <a:spcAft>
                <a:spcPts val="0"/>
              </a:spcAft>
              <a:buSzPct val="100000"/>
              <a:buFont typeface="Arial" pitchFamily="32"/>
              <a:buChar char="•"/>
            </a:pPr>
            <a:r>
              <a:rPr lang="en-US" sz="2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alibri" pitchFamily="18"/>
              </a:rPr>
              <a:t>How to get united</a:t>
            </a:r>
          </a:p>
          <a:p>
            <a:pPr marL="432000" lvl="1" indent="0">
              <a:spcBef>
                <a:spcPts val="768"/>
              </a:spcBef>
              <a:spcAft>
                <a:spcPts val="0"/>
              </a:spcAft>
              <a:buSzPct val="100000"/>
              <a:buFont typeface="Arial" pitchFamily="32"/>
              <a:buChar char="•"/>
            </a:pPr>
            <a:r>
              <a:rPr lang="en-US" sz="1800" dirty="0">
                <a:latin typeface="Calibri" pitchFamily="18"/>
              </a:rPr>
              <a:t> Create a web site and start discussions in all over </a:t>
            </a:r>
            <a:r>
              <a:rPr lang="en-US" sz="1800" dirty="0" err="1">
                <a:latin typeface="Calibri" pitchFamily="18"/>
              </a:rPr>
              <a:t>wani</a:t>
            </a:r>
            <a:r>
              <a:rPr lang="en-US" sz="1800" dirty="0">
                <a:latin typeface="Calibri" pitchFamily="18"/>
              </a:rPr>
              <a:t> </a:t>
            </a:r>
            <a:r>
              <a:rPr lang="en-US" sz="1800" dirty="0" err="1">
                <a:latin typeface="Calibri" pitchFamily="18"/>
              </a:rPr>
              <a:t>samaj</a:t>
            </a:r>
            <a:r>
              <a:rPr lang="en-US" sz="1800" dirty="0">
                <a:latin typeface="Calibri" pitchFamily="18"/>
              </a:rPr>
              <a:t> about this plan </a:t>
            </a:r>
          </a:p>
          <a:p>
            <a:pPr marL="432000" lvl="1" indent="0">
              <a:spcBef>
                <a:spcPts val="768"/>
              </a:spcBef>
              <a:spcAft>
                <a:spcPts val="0"/>
              </a:spcAft>
              <a:buSzPct val="100000"/>
              <a:buFont typeface="Arial" pitchFamily="32"/>
              <a:buChar char="•"/>
            </a:pPr>
            <a:r>
              <a:rPr lang="en-US" sz="1800" dirty="0">
                <a:latin typeface="Calibri" pitchFamily="18"/>
              </a:rPr>
              <a:t>Let all </a:t>
            </a:r>
            <a:r>
              <a:rPr lang="en-US" sz="1800" dirty="0" err="1">
                <a:latin typeface="Calibri" pitchFamily="18"/>
              </a:rPr>
              <a:t>samaj</a:t>
            </a:r>
            <a:r>
              <a:rPr lang="en-US" sz="1800" dirty="0">
                <a:latin typeface="Calibri" pitchFamily="18"/>
              </a:rPr>
              <a:t> </a:t>
            </a:r>
            <a:r>
              <a:rPr lang="en-US" sz="1800" dirty="0" err="1">
                <a:latin typeface="Calibri" pitchFamily="18"/>
              </a:rPr>
              <a:t>bandav</a:t>
            </a:r>
            <a:r>
              <a:rPr lang="en-US" sz="1800" dirty="0">
                <a:latin typeface="Calibri" pitchFamily="18"/>
              </a:rPr>
              <a:t> </a:t>
            </a:r>
            <a:r>
              <a:rPr lang="en-US" sz="1800" dirty="0" err="1">
                <a:latin typeface="Calibri" pitchFamily="18"/>
              </a:rPr>
              <a:t>sgtart</a:t>
            </a:r>
            <a:r>
              <a:rPr lang="en-US" sz="1800" dirty="0">
                <a:latin typeface="Calibri" pitchFamily="18"/>
              </a:rPr>
              <a:t> getting benefits </a:t>
            </a:r>
          </a:p>
          <a:p>
            <a:pPr marL="432000" lvl="1" indent="0">
              <a:spcBef>
                <a:spcPts val="768"/>
              </a:spcBef>
              <a:spcAft>
                <a:spcPts val="0"/>
              </a:spcAft>
              <a:buSzPct val="100000"/>
              <a:buFont typeface="Arial" pitchFamily="32"/>
              <a:buChar char="•"/>
            </a:pPr>
            <a:r>
              <a:rPr lang="en-US" sz="1800" dirty="0">
                <a:latin typeface="Calibri" pitchFamily="18"/>
              </a:rPr>
              <a:t>Keep Inviting every one to join us else time is the best teacher </a:t>
            </a:r>
            <a:endParaRPr lang="en-US" sz="2400" dirty="0">
              <a:latin typeface="Calibri" pitchFamily="18"/>
            </a:endParaRPr>
          </a:p>
          <a:p>
            <a:pPr marL="0" lvl="0" indent="0">
              <a:spcBef>
                <a:spcPts val="558"/>
              </a:spcBef>
              <a:spcAft>
                <a:spcPts val="0"/>
              </a:spcAft>
              <a:buNone/>
            </a:pPr>
            <a:endParaRPr lang="en-US" sz="2800" dirty="0">
              <a:latin typeface="Calibri" pitchFamily="18"/>
            </a:endParaRPr>
          </a:p>
          <a:p>
            <a:pPr marL="1143000" lvl="0" indent="-228240">
              <a:spcBef>
                <a:spcPts val="479"/>
              </a:spcBef>
              <a:spcAft>
                <a:spcPts val="0"/>
              </a:spcAft>
              <a:buNone/>
            </a:pPr>
            <a:endParaRPr lang="en-US" sz="2400" dirty="0">
              <a:latin typeface="Calibri" pitchFamily="18"/>
            </a:endParaRPr>
          </a:p>
          <a:p>
            <a:pPr marL="0" lvl="0" indent="0">
              <a:spcAft>
                <a:spcPts val="0"/>
              </a:spcAft>
              <a:buNone/>
            </a:pPr>
            <a:endParaRPr lang="en-US" dirty="0">
              <a:latin typeface="Calibri" pitchFamily="1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71592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buNone/>
            </a:pPr>
            <a:r>
              <a:rPr lang="en-US" dirty="0"/>
              <a:t>What to do…..and achievement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723" y="1219200"/>
            <a:ext cx="8229240" cy="4865617"/>
          </a:xfrm>
        </p:spPr>
        <p:txBody>
          <a:bodyPr/>
          <a:lstStyle/>
          <a:p>
            <a:r>
              <a:rPr lang="en-US" sz="2400" dirty="0"/>
              <a:t>Create </a:t>
            </a:r>
            <a:r>
              <a:rPr lang="en-US" sz="2400" dirty="0" err="1"/>
              <a:t>Ladwani</a:t>
            </a:r>
            <a:r>
              <a:rPr lang="en-US" sz="2400" dirty="0"/>
              <a:t> Mobile CUG </a:t>
            </a:r>
            <a:br>
              <a:rPr lang="en-US" dirty="0"/>
            </a:br>
            <a:r>
              <a:rPr lang="en-US" sz="2000" dirty="0"/>
              <a:t>every member of this CUG will be able to talk free within group</a:t>
            </a:r>
          </a:p>
          <a:p>
            <a:r>
              <a:rPr lang="en-US" sz="2400" dirty="0"/>
              <a:t>Create Job Portal :-</a:t>
            </a:r>
            <a:br>
              <a:rPr lang="en-US" sz="2400" dirty="0"/>
            </a:br>
            <a:r>
              <a:rPr lang="en-US" sz="2000" dirty="0"/>
              <a:t>- Any one will post a job if there is any requirement in his company (If a </a:t>
            </a:r>
            <a:r>
              <a:rPr lang="en-US" sz="2000" dirty="0" err="1"/>
              <a:t>wani</a:t>
            </a:r>
            <a:r>
              <a:rPr lang="en-US" sz="2000" dirty="0"/>
              <a:t> is selected he will get referral bonus)</a:t>
            </a:r>
            <a:br>
              <a:rPr lang="en-US" sz="2400" dirty="0"/>
            </a:br>
            <a:r>
              <a:rPr lang="en-US" sz="2400" dirty="0"/>
              <a:t>- </a:t>
            </a:r>
            <a:r>
              <a:rPr lang="en-US" sz="2000" dirty="0"/>
              <a:t>Any one who is looking for job will come know about openings matching to his skill set and will be good help for him</a:t>
            </a:r>
            <a:br>
              <a:rPr lang="en-US" sz="2000" dirty="0"/>
            </a:br>
            <a:r>
              <a:rPr lang="en-US" sz="2000" dirty="0"/>
              <a:t>- one single post will send job info to many people</a:t>
            </a:r>
            <a:endParaRPr lang="en-US" sz="2400" dirty="0"/>
          </a:p>
          <a:p>
            <a:r>
              <a:rPr lang="en-US" sz="2400" dirty="0"/>
              <a:t>Business</a:t>
            </a:r>
            <a:r>
              <a:rPr lang="en-US" dirty="0"/>
              <a:t> </a:t>
            </a:r>
            <a:r>
              <a:rPr lang="en-US" sz="2400" dirty="0"/>
              <a:t>growth</a:t>
            </a:r>
            <a:br>
              <a:rPr lang="en-US" dirty="0"/>
            </a:br>
            <a:r>
              <a:rPr lang="en-US" sz="2000" dirty="0"/>
              <a:t>Every </a:t>
            </a:r>
            <a:r>
              <a:rPr lang="en-US" sz="2000" dirty="0" err="1"/>
              <a:t>wani</a:t>
            </a:r>
            <a:r>
              <a:rPr lang="en-US" sz="2000" dirty="0"/>
              <a:t> should purchase goods from </a:t>
            </a:r>
            <a:r>
              <a:rPr lang="en-US" sz="2000" dirty="0" err="1"/>
              <a:t>wani</a:t>
            </a:r>
            <a:br>
              <a:rPr lang="en-US" sz="2000" dirty="0"/>
            </a:br>
            <a:r>
              <a:rPr lang="en-US" sz="2000" dirty="0"/>
              <a:t>Let us </a:t>
            </a:r>
            <a:r>
              <a:rPr lang="en-US" sz="2000" dirty="0" err="1"/>
              <a:t>gsin</a:t>
            </a:r>
            <a:r>
              <a:rPr lang="en-US" sz="2000" dirty="0"/>
              <a:t> old glory as business man </a:t>
            </a:r>
            <a:br>
              <a:rPr lang="en-US" sz="2000" dirty="0"/>
            </a:br>
            <a:r>
              <a:rPr lang="en-US" sz="2000" dirty="0"/>
              <a:t>in our business give benefit to our </a:t>
            </a:r>
            <a:r>
              <a:rPr lang="en-US" sz="2000" dirty="0" err="1"/>
              <a:t>samaj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Any purchase like </a:t>
            </a:r>
            <a:r>
              <a:rPr lang="en-US" sz="2000" dirty="0" err="1"/>
              <a:t>Kirana</a:t>
            </a:r>
            <a:r>
              <a:rPr lang="en-US" sz="2000" dirty="0"/>
              <a:t>, Cloths, goods, stationary, real estate, Investments let us try to give benefit to our </a:t>
            </a:r>
            <a:r>
              <a:rPr lang="en-US" sz="2000" dirty="0" err="1"/>
              <a:t>samaj</a:t>
            </a:r>
            <a:r>
              <a:rPr lang="en-US" sz="2000" dirty="0"/>
              <a:t> </a:t>
            </a:r>
            <a:r>
              <a:rPr lang="en-US" sz="2000" dirty="0" err="1"/>
              <a:t>bandav</a:t>
            </a:r>
            <a:r>
              <a:rPr lang="en-US" sz="2000" dirty="0"/>
              <a:t>  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</p:spTree>
    <p:extLst>
      <p:ext uri="{BB962C8B-B14F-4D97-AF65-F5344CB8AC3E}">
        <p14:creationId xmlns:p14="http://schemas.microsoft.com/office/powerpoint/2010/main" val="1472148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en-US" dirty="0"/>
              <a:t>How we will achieve it?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457200" y="1600200"/>
          <a:ext cx="8229240" cy="4525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228600" y="274680"/>
          <a:ext cx="8457840" cy="1142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72370849"/>
              </p:ext>
            </p:extLst>
          </p:nvPr>
        </p:nvGraphicFramePr>
        <p:xfrm>
          <a:off x="457200" y="1600200"/>
          <a:ext cx="822924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320979244"/>
              </p:ext>
            </p:extLst>
          </p:nvPr>
        </p:nvGraphicFramePr>
        <p:xfrm>
          <a:off x="228600" y="274680"/>
          <a:ext cx="8457840" cy="1142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/>
          <p:cNvSpPr txBox="1">
            <a:spLocks noGrp="1"/>
          </p:cNvSpPr>
          <p:nvPr>
            <p:ph type="body" idx="4294967295"/>
          </p:nvPr>
        </p:nvSpPr>
        <p:spPr>
          <a:xfrm>
            <a:off x="457200" y="1600200"/>
            <a:ext cx="8229240" cy="4724400"/>
          </a:xfrm>
        </p:spPr>
        <p:txBody>
          <a:bodyPr/>
          <a:lstStyle>
            <a:defPPr marL="432000" lvl="0" indent="-324000" algn="l" rtl="0" hangingPunct="1">
              <a:spcBef>
                <a:spcPts val="638"/>
              </a:spcBef>
              <a:spcAft>
                <a:spcPts val="1417"/>
              </a:spcAft>
              <a:buSzPct val="45000"/>
              <a:buFont typeface="StarSymbol"/>
              <a:buNone/>
              <a:defRPr lang="en-US" sz="32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defPPr>
            <a:lvl1pPr marL="432000" lvl="0" indent="-324000" algn="l" rtl="0" hangingPunct="1">
              <a:spcBef>
                <a:spcPts val="638"/>
              </a:spcBef>
              <a:spcAft>
                <a:spcPts val="1417"/>
              </a:spcAft>
              <a:buSzPct val="45000"/>
              <a:buFont typeface="StarSymbol"/>
              <a:buChar char="●"/>
              <a:defRPr lang="en-US" sz="32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1pPr>
            <a:lvl2pPr marL="864000" lvl="1" indent="-324000" algn="l" rtl="0" hangingPunct="1">
              <a:spcBef>
                <a:spcPts val="558"/>
              </a:spcBef>
              <a:spcAft>
                <a:spcPts val="1134"/>
              </a:spcAft>
              <a:buSzPct val="75000"/>
              <a:buFont typeface="StarSymbol"/>
              <a:buChar char="–"/>
              <a:defRPr lang="en-US" sz="28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2pPr>
            <a:lvl3pPr marL="1295999" lvl="2" indent="-288000" algn="l" rtl="0" hangingPunct="1">
              <a:spcBef>
                <a:spcPts val="479"/>
              </a:spcBef>
              <a:spcAft>
                <a:spcPts val="850"/>
              </a:spcAft>
              <a:buSzPct val="45000"/>
              <a:buFont typeface="StarSymbol"/>
              <a:buChar char="●"/>
              <a:defRPr lang="en-US" sz="24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3pPr>
            <a:lvl4pPr marL="1728000" lvl="3" indent="-216000" algn="l" rtl="0" hangingPunct="1">
              <a:spcBef>
                <a:spcPts val="400"/>
              </a:spcBef>
              <a:spcAft>
                <a:spcPts val="567"/>
              </a:spcAft>
              <a:buSzPct val="75000"/>
              <a:buFont typeface="StarSymbol"/>
              <a:buChar char="–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4pPr>
            <a:lvl5pPr marL="2160000" lvl="4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5pPr>
            <a:lvl6pPr marL="2592000" lvl="5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6pPr>
            <a:lvl7pPr marL="3024000" lvl="6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7pPr>
            <a:lvl8pPr marL="3456000" lvl="7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8pPr>
            <a:lvl9pPr marL="3887999" lvl="8" indent="-216000" algn="l" rtl="0" hangingPunct="1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 spc="0" baseline="0">
                <a:ln>
                  <a:noFill/>
                </a:ln>
                <a:solidFill>
                  <a:srgbClr val="000000"/>
                </a:solidFill>
                <a:latin typeface="Calibri"/>
                <a:ea typeface="MS Gothic" pitchFamily="2"/>
                <a:cs typeface="Tahoma" pitchFamily="2"/>
              </a:defRPr>
            </a:lvl9pPr>
          </a:lstStyle>
          <a:p>
            <a:pPr marL="342900" lvl="1" indent="-342900">
              <a:spcBef>
                <a:spcPts val="431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en-US" sz="1800" dirty="0">
                <a:latin typeface="Calibri" pitchFamily="18"/>
              </a:rPr>
              <a:t>Technical experts subject matter experts will help to grow our </a:t>
            </a:r>
            <a:r>
              <a:rPr lang="en-US" sz="1800" dirty="0" err="1">
                <a:latin typeface="Calibri" pitchFamily="18"/>
              </a:rPr>
              <a:t>samaj</a:t>
            </a:r>
            <a:r>
              <a:rPr lang="en-US" sz="1800" dirty="0">
                <a:latin typeface="Calibri" pitchFamily="18"/>
              </a:rPr>
              <a:t> in various aspects to benefit our </a:t>
            </a:r>
            <a:r>
              <a:rPr lang="en-US" sz="1800" dirty="0" err="1">
                <a:latin typeface="Calibri" pitchFamily="18"/>
              </a:rPr>
              <a:t>samaj</a:t>
            </a:r>
            <a:r>
              <a:rPr lang="en-US" sz="1800" dirty="0">
                <a:latin typeface="Calibri" pitchFamily="18"/>
              </a:rPr>
              <a:t> to make  remarkable presence to each field</a:t>
            </a:r>
          </a:p>
          <a:p>
            <a:pPr marL="342900" lvl="1" indent="-342900">
              <a:spcBef>
                <a:spcPts val="431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en-US" sz="1800" dirty="0">
                <a:latin typeface="Calibri" pitchFamily="18"/>
              </a:rPr>
              <a:t>Directive (</a:t>
            </a:r>
            <a:r>
              <a:rPr lang="en-US" sz="1800" dirty="0" err="1">
                <a:latin typeface="Calibri" pitchFamily="18"/>
              </a:rPr>
              <a:t>Sanchalaks</a:t>
            </a:r>
            <a:r>
              <a:rPr lang="en-US" sz="1800" dirty="0">
                <a:latin typeface="Calibri" pitchFamily="18"/>
              </a:rPr>
              <a:t>) (People will give donations to be a </a:t>
            </a:r>
            <a:r>
              <a:rPr lang="en-US" sz="1800" dirty="0" err="1">
                <a:latin typeface="Calibri" pitchFamily="18"/>
              </a:rPr>
              <a:t>sanchalak</a:t>
            </a:r>
            <a:r>
              <a:rPr lang="en-US" sz="1800" dirty="0">
                <a:latin typeface="Calibri" pitchFamily="18"/>
              </a:rPr>
              <a:t> and will have less power)</a:t>
            </a:r>
          </a:p>
          <a:p>
            <a:pPr marL="342900" lvl="1" indent="-342900">
              <a:spcBef>
                <a:spcPts val="431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en-US" sz="1800" dirty="0" err="1">
                <a:latin typeface="Calibri" pitchFamily="18"/>
              </a:rPr>
              <a:t>Sanchalak</a:t>
            </a:r>
            <a:r>
              <a:rPr lang="en-US" sz="1800" dirty="0">
                <a:latin typeface="Calibri" pitchFamily="18"/>
              </a:rPr>
              <a:t> Mandal (60% of total </a:t>
            </a:r>
            <a:r>
              <a:rPr lang="en-US" sz="1800" dirty="0" err="1">
                <a:latin typeface="Calibri" pitchFamily="18"/>
              </a:rPr>
              <a:t>sanchalaks</a:t>
            </a:r>
            <a:r>
              <a:rPr lang="en-US" sz="1800" dirty="0">
                <a:latin typeface="Calibri" pitchFamily="18"/>
              </a:rPr>
              <a:t>)</a:t>
            </a:r>
          </a:p>
          <a:p>
            <a:pPr marL="342900" lvl="1" indent="-342900">
              <a:spcBef>
                <a:spcPts val="431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en-US" sz="1800" dirty="0">
                <a:latin typeface="Calibri" pitchFamily="18"/>
              </a:rPr>
              <a:t> 50% </a:t>
            </a:r>
            <a:r>
              <a:rPr lang="en-US" sz="1800" dirty="0" err="1">
                <a:latin typeface="Calibri" pitchFamily="18"/>
              </a:rPr>
              <a:t>sanchalaks</a:t>
            </a:r>
            <a:r>
              <a:rPr lang="en-US" sz="1800" dirty="0">
                <a:latin typeface="Calibri" pitchFamily="18"/>
              </a:rPr>
              <a:t> must be below 35 to 40 of age (30% of total </a:t>
            </a:r>
            <a:r>
              <a:rPr lang="en-US" sz="1800" dirty="0" err="1">
                <a:latin typeface="Calibri" pitchFamily="18"/>
              </a:rPr>
              <a:t>sanchalaks</a:t>
            </a:r>
            <a:r>
              <a:rPr lang="en-US" sz="1800" dirty="0">
                <a:latin typeface="Calibri" pitchFamily="18"/>
              </a:rPr>
              <a:t>)</a:t>
            </a:r>
          </a:p>
          <a:p>
            <a:pPr marL="342900" lvl="1" indent="-342900">
              <a:spcBef>
                <a:spcPts val="431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en-US" sz="1800" dirty="0">
                <a:latin typeface="Calibri" pitchFamily="18"/>
              </a:rPr>
              <a:t> 50% will be open for every one it will be 30% of total </a:t>
            </a:r>
            <a:r>
              <a:rPr lang="en-US" sz="1800" dirty="0" err="1">
                <a:latin typeface="Calibri" pitchFamily="18"/>
              </a:rPr>
              <a:t>sanchalak</a:t>
            </a:r>
            <a:r>
              <a:rPr lang="en-US" sz="1800" dirty="0">
                <a:latin typeface="Calibri" pitchFamily="18"/>
              </a:rPr>
              <a:t> </a:t>
            </a:r>
          </a:p>
          <a:p>
            <a:pPr marL="342900" lvl="1" indent="-342900">
              <a:spcBef>
                <a:spcPts val="431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en-US" sz="1800" dirty="0">
                <a:latin typeface="Calibri" pitchFamily="18"/>
              </a:rPr>
              <a:t>Exiting so called </a:t>
            </a:r>
            <a:r>
              <a:rPr lang="en-US" sz="1800" dirty="0" err="1">
                <a:latin typeface="Calibri" pitchFamily="18"/>
              </a:rPr>
              <a:t>Samaj</a:t>
            </a:r>
            <a:r>
              <a:rPr lang="en-US" sz="1800" dirty="0">
                <a:latin typeface="Calibri" pitchFamily="18"/>
              </a:rPr>
              <a:t> </a:t>
            </a:r>
            <a:r>
              <a:rPr lang="en-US" sz="1800" dirty="0" err="1">
                <a:latin typeface="Calibri" pitchFamily="18"/>
              </a:rPr>
              <a:t>Sevakas</a:t>
            </a:r>
            <a:r>
              <a:rPr lang="en-US" sz="1800" dirty="0">
                <a:latin typeface="Calibri" pitchFamily="18"/>
              </a:rPr>
              <a:t>, </a:t>
            </a:r>
            <a:r>
              <a:rPr lang="en-US" sz="1800" dirty="0" err="1">
                <a:latin typeface="Calibri" pitchFamily="18"/>
              </a:rPr>
              <a:t>Pudharis</a:t>
            </a:r>
            <a:r>
              <a:rPr lang="en-US" sz="1800" dirty="0">
                <a:latin typeface="Calibri" pitchFamily="18"/>
              </a:rPr>
              <a:t> and </a:t>
            </a:r>
            <a:r>
              <a:rPr lang="en-US" sz="1800" dirty="0" err="1">
                <a:latin typeface="Calibri" pitchFamily="18"/>
              </a:rPr>
              <a:t>Netas</a:t>
            </a:r>
            <a:r>
              <a:rPr lang="en-US" sz="1800" dirty="0">
                <a:latin typeface="Calibri" pitchFamily="18"/>
              </a:rPr>
              <a:t> should come under this 30% </a:t>
            </a:r>
          </a:p>
          <a:p>
            <a:pPr marL="342900" lvl="1" indent="-342900">
              <a:spcBef>
                <a:spcPts val="431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en-US" sz="1800" dirty="0">
                <a:latin typeface="Calibri" pitchFamily="18"/>
              </a:rPr>
              <a:t>Young blood should be encouraged to be a part of this and old people should act as mentors  </a:t>
            </a:r>
          </a:p>
          <a:p>
            <a:pPr marL="342900" lvl="1" indent="-342900">
              <a:spcBef>
                <a:spcPts val="431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en-US" sz="1800" dirty="0">
                <a:latin typeface="Calibri" pitchFamily="18"/>
              </a:rPr>
              <a:t>If required we can have a mentors team guiding to </a:t>
            </a:r>
            <a:r>
              <a:rPr lang="en-US" sz="1800" dirty="0" err="1">
                <a:latin typeface="Calibri" pitchFamily="18"/>
              </a:rPr>
              <a:t>sanchalak</a:t>
            </a:r>
            <a:endParaRPr lang="en-US" sz="1800" dirty="0">
              <a:latin typeface="Calibri" pitchFamily="18"/>
            </a:endParaRPr>
          </a:p>
          <a:p>
            <a:pPr marL="0" lvl="1" indent="0">
              <a:spcBef>
                <a:spcPts val="431"/>
              </a:spcBef>
              <a:spcAft>
                <a:spcPts val="0"/>
              </a:spcAft>
              <a:buSzPct val="100000"/>
              <a:buNone/>
            </a:pPr>
            <a:endParaRPr lang="en-US" sz="1800" dirty="0">
              <a:latin typeface="Calibri" pitchFamily="18"/>
            </a:endParaRPr>
          </a:p>
          <a:p>
            <a:pPr marL="0" lvl="0" indent="0">
              <a:spcAft>
                <a:spcPts val="0"/>
              </a:spcAft>
              <a:buNone/>
            </a:pPr>
            <a:endParaRPr lang="en-US" dirty="0">
              <a:latin typeface="Calibri" pitchFamily="18"/>
            </a:endParaRPr>
          </a:p>
          <a:p>
            <a:pPr marL="0" lvl="0" indent="0">
              <a:spcAft>
                <a:spcPts val="0"/>
              </a:spcAft>
              <a:buNone/>
            </a:pPr>
            <a:endParaRPr lang="en-US" dirty="0">
              <a:latin typeface="Calibri" pitchFamily="1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33600" y="6356520"/>
            <a:ext cx="6477000" cy="364679"/>
          </a:xfrm>
        </p:spPr>
        <p:txBody>
          <a:bodyPr/>
          <a:lstStyle/>
          <a:p>
            <a:pPr lvl="0"/>
            <a:r>
              <a:rPr lang="en-US" dirty="0"/>
              <a:t>Sanjay </a:t>
            </a:r>
            <a:r>
              <a:rPr lang="en-US" dirty="0" err="1"/>
              <a:t>Morankar</a:t>
            </a:r>
            <a:r>
              <a:rPr lang="en-US" dirty="0"/>
              <a:t> Pune, </a:t>
            </a:r>
          </a:p>
          <a:p>
            <a:pPr lvl="0"/>
            <a:r>
              <a:rPr lang="en-US" dirty="0"/>
              <a:t>email:- sanjaymorankar@gmail.com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519684678"/>
              </p:ext>
            </p:extLst>
          </p:nvPr>
        </p:nvGraphicFramePr>
        <p:xfrm>
          <a:off x="457200" y="274680"/>
          <a:ext cx="8229240" cy="1142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359796584"/>
              </p:ext>
            </p:extLst>
          </p:nvPr>
        </p:nvGraphicFramePr>
        <p:xfrm>
          <a:off x="457200" y="1600200"/>
          <a:ext cx="8229240" cy="4525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292647773"/>
              </p:ext>
            </p:extLst>
          </p:nvPr>
        </p:nvGraphicFramePr>
        <p:xfrm>
          <a:off x="457200" y="274680"/>
          <a:ext cx="8229240" cy="868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229240" cy="518160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Donations, </a:t>
            </a:r>
            <a:r>
              <a:rPr lang="en-US" sz="2000" b="1" dirty="0" err="1">
                <a:solidFill>
                  <a:srgbClr val="FF0000"/>
                </a:solidFill>
              </a:rPr>
              <a:t>Samaj</a:t>
            </a:r>
            <a:r>
              <a:rPr lang="en-US" sz="2000" b="1" dirty="0">
                <a:solidFill>
                  <a:srgbClr val="FF0000"/>
                </a:solidFill>
              </a:rPr>
              <a:t> Fund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Create Mobile CUG both way we will get fund from each form registration</a:t>
            </a:r>
          </a:p>
          <a:p>
            <a:pPr marL="540000" lvl="1" indent="0">
              <a:buNone/>
            </a:pPr>
            <a:r>
              <a:rPr lang="en-US" sz="1600" dirty="0"/>
              <a:t>We can collect from end user and each successful connection we can demand from ISP</a:t>
            </a:r>
            <a:br>
              <a:rPr lang="en-US" sz="1600" dirty="0"/>
            </a:br>
            <a:r>
              <a:rPr lang="en-US" sz="1600" dirty="0"/>
              <a:t>After some good number of connections we can demand for some %of total billing to be given to </a:t>
            </a:r>
            <a:r>
              <a:rPr lang="en-US" sz="1600" dirty="0" err="1"/>
              <a:t>samaj</a:t>
            </a:r>
            <a:r>
              <a:rPr lang="en-US" sz="1600" dirty="0"/>
              <a:t> </a:t>
            </a:r>
            <a:r>
              <a:rPr lang="en-US" sz="1600" dirty="0" err="1"/>
              <a:t>mandal</a:t>
            </a:r>
            <a:r>
              <a:rPr lang="en-US" sz="1600" dirty="0"/>
              <a:t> for donations from ISP 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Collect web site fund from every one while collecting data 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For each and every event / Program we should ask for small fund from </a:t>
            </a:r>
            <a:r>
              <a:rPr lang="en-US" sz="1800" b="1" dirty="0">
                <a:solidFill>
                  <a:srgbClr val="FF0000"/>
                </a:solidFill>
              </a:rPr>
              <a:t>Programs like </a:t>
            </a:r>
            <a:br>
              <a:rPr lang="en-US" sz="1800" dirty="0"/>
            </a:br>
            <a:r>
              <a:rPr lang="en-US" sz="1800" dirty="0"/>
              <a:t>	</a:t>
            </a:r>
            <a:r>
              <a:rPr lang="en-US" sz="1600" dirty="0"/>
              <a:t>Good news :- Birth, New Job, Birthday, wedding, </a:t>
            </a:r>
            <a:r>
              <a:rPr lang="en-US" sz="1600" dirty="0" err="1"/>
              <a:t>Sakharpuda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/>
              <a:t>	Sad news : deth,12</a:t>
            </a:r>
            <a:r>
              <a:rPr lang="en-US" sz="1600" baseline="30000" dirty="0"/>
              <a:t>th</a:t>
            </a:r>
            <a:r>
              <a:rPr lang="en-US" sz="1600" dirty="0"/>
              <a:t>, </a:t>
            </a:r>
            <a:r>
              <a:rPr lang="en-US" sz="1600" dirty="0" err="1"/>
              <a:t>Varsha</a:t>
            </a:r>
            <a:r>
              <a:rPr lang="en-US" sz="1600" dirty="0"/>
              <a:t> </a:t>
            </a:r>
            <a:r>
              <a:rPr lang="en-US" sz="1600" dirty="0" err="1"/>
              <a:t>sharadha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/>
              <a:t>	Advertisements </a:t>
            </a:r>
            <a:br>
              <a:rPr lang="en-US" sz="1600" dirty="0"/>
            </a:br>
            <a:r>
              <a:rPr lang="en-US" sz="1600" dirty="0"/>
              <a:t>	Send invitations of programs via web site using technology </a:t>
            </a:r>
          </a:p>
          <a:p>
            <a:pPr lvl="2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/>
              <a:t>3/27/2014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/>
              <a:t>Sanjay Morankar Pune, email:- sanjaymorankar@gmail.com</a:t>
            </a:r>
          </a:p>
        </p:txBody>
      </p:sp>
    </p:spTree>
    <p:extLst>
      <p:ext uri="{BB962C8B-B14F-4D97-AF65-F5344CB8AC3E}">
        <p14:creationId xmlns:p14="http://schemas.microsoft.com/office/powerpoint/2010/main" val="1445409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1129</Words>
  <Application>Microsoft Office PowerPoint</Application>
  <PresentationFormat>On-screen Show (4:3)</PresentationFormat>
  <Paragraphs>121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StarSymbol</vt:lpstr>
      <vt:lpstr>Office Theme</vt:lpstr>
      <vt:lpstr>Default</vt:lpstr>
      <vt:lpstr>PowerPoint Presentation</vt:lpstr>
      <vt:lpstr>PowerPoint Presentation</vt:lpstr>
      <vt:lpstr>PowerPoint Presentation</vt:lpstr>
      <vt:lpstr>Current Status – Facts of Lad Wani Samaj</vt:lpstr>
      <vt:lpstr>PowerPoint Presentation</vt:lpstr>
      <vt:lpstr>PowerPoint Presentation</vt:lpstr>
      <vt:lpstr>PowerPoint Presentation</vt:lpstr>
      <vt:lpstr>Plan to come together </vt:lpstr>
      <vt:lpstr>What to do…..and achievement</vt:lpstr>
      <vt:lpstr>How we will achieve it?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 Wani</dc:title>
  <dc:creator>Moru</dc:creator>
  <cp:lastModifiedBy>Sanjay Morankar</cp:lastModifiedBy>
  <cp:revision>35</cp:revision>
  <dcterms:modified xsi:type="dcterms:W3CDTF">2026-10-01T09:37:56Z</dcterms:modified>
</cp:coreProperties>
</file>